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5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6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7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8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9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7115014e694d4c" /><Relationship Type="http://schemas.openxmlformats.org/officeDocument/2006/relationships/extended-properties" Target="/docProps/app.xml" Id="R76feb11d68074c43" /><Relationship Type="http://schemas.openxmlformats.org/officeDocument/2006/relationships/officeDocument" Target="/ppt/presentation.xml" Id="R24a31a42abb949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9e7590f46479d"/>
  </p:sldMasterIdLst>
  <p:notesMasterIdLst>
    <p:notesMasterId xmlns:r="http://schemas.openxmlformats.org/officeDocument/2006/relationships" r:id="R28ac576307024b2f"/>
  </p:notesMasterIdLst>
  <p:sldIdLst>
    <p:sldId xmlns:r="http://schemas.openxmlformats.org/officeDocument/2006/relationships" id="256" r:id="Rf7e358876d6f4a01"/>
    <p:sldId xmlns:r="http://schemas.openxmlformats.org/officeDocument/2006/relationships" id="257" r:id="R185e5310b0464a73"/>
    <p:sldId xmlns:r="http://schemas.openxmlformats.org/officeDocument/2006/relationships" id="258" r:id="Ra03834caea7d4325"/>
    <p:sldId xmlns:r="http://schemas.openxmlformats.org/officeDocument/2006/relationships" id="259" r:id="R17b677dc04cd4a60"/>
    <p:sldId xmlns:r="http://schemas.openxmlformats.org/officeDocument/2006/relationships" id="260" r:id="Rf494fa1213824c1d"/>
    <p:sldId xmlns:r="http://schemas.openxmlformats.org/officeDocument/2006/relationships" id="261" r:id="Rc22481b160a54335"/>
    <p:sldId xmlns:r="http://schemas.openxmlformats.org/officeDocument/2006/relationships" id="262" r:id="Rd239adccc2584347"/>
    <p:sldId xmlns:r="http://schemas.openxmlformats.org/officeDocument/2006/relationships" id="263" r:id="R9406864a3bb84a13"/>
    <p:sldId xmlns:r="http://schemas.openxmlformats.org/officeDocument/2006/relationships" id="264" r:id="Rfe0acd1f63074b1a"/>
    <p:sldId xmlns:r="http://schemas.openxmlformats.org/officeDocument/2006/relationships" id="265" r:id="Rf0226a2b2c484f12"/>
    <p:sldId xmlns:r="http://schemas.openxmlformats.org/officeDocument/2006/relationships" id="266" r:id="R8d67b447a89545c9"/>
    <p:sldId xmlns:r="http://schemas.openxmlformats.org/officeDocument/2006/relationships" id="267" r:id="R9f813c867a38400c"/>
    <p:sldId xmlns:r="http://schemas.openxmlformats.org/officeDocument/2006/relationships" id="268" r:id="R0dd1b26bccf14f09"/>
    <p:sldId xmlns:r="http://schemas.openxmlformats.org/officeDocument/2006/relationships" id="269" r:id="R4fe653cc061f4ac1"/>
    <p:sldId xmlns:r="http://schemas.openxmlformats.org/officeDocument/2006/relationships" id="270" r:id="R07cd612b40d148b6"/>
    <p:sldId xmlns:r="http://schemas.openxmlformats.org/officeDocument/2006/relationships" id="271" r:id="Rbbe97bcab75f4d0e"/>
    <p:sldId xmlns:r="http://schemas.openxmlformats.org/officeDocument/2006/relationships" id="272" r:id="R78f73d9ecdab4dd3"/>
    <p:sldId xmlns:r="http://schemas.openxmlformats.org/officeDocument/2006/relationships" id="273" r:id="R2e9060167d894032"/>
    <p:sldId xmlns:r="http://schemas.openxmlformats.org/officeDocument/2006/relationships" id="274" r:id="Rb1d0f12b3cd343ff"/>
    <p:sldId xmlns:r="http://schemas.openxmlformats.org/officeDocument/2006/relationships" id="275" r:id="Re04c8c324ed040dd"/>
    <p:sldId xmlns:r="http://schemas.openxmlformats.org/officeDocument/2006/relationships" id="276" r:id="Rb84365b2db2e42e4"/>
    <p:sldId xmlns:r="http://schemas.openxmlformats.org/officeDocument/2006/relationships" id="277" r:id="R131a7c23f8ef4044"/>
    <p:sldId xmlns:r="http://schemas.openxmlformats.org/officeDocument/2006/relationships" id="278" r:id="R067ce6fa76f74dab"/>
    <p:sldId xmlns:r="http://schemas.openxmlformats.org/officeDocument/2006/relationships" id="279" r:id="R0357e9ef0bd4438d"/>
    <p:sldId xmlns:r="http://schemas.openxmlformats.org/officeDocument/2006/relationships" id="280" r:id="R6794c7e174444ce8"/>
    <p:sldId xmlns:r="http://schemas.openxmlformats.org/officeDocument/2006/relationships" id="281" r:id="R396c3ce35c544e22"/>
    <p:sldId xmlns:r="http://schemas.openxmlformats.org/officeDocument/2006/relationships" id="282" r:id="Ra42a036dbd3d4cb2"/>
    <p:sldId xmlns:r="http://schemas.openxmlformats.org/officeDocument/2006/relationships" id="283" r:id="Rdb31dd390dee4a8d"/>
    <p:sldId xmlns:r="http://schemas.openxmlformats.org/officeDocument/2006/relationships" id="284" r:id="Rbb1fd74e487b4210"/>
    <p:sldId xmlns:r="http://schemas.openxmlformats.org/officeDocument/2006/relationships" id="285" r:id="Rb29585ce79b14f15"/>
    <p:sldId xmlns:r="http://schemas.openxmlformats.org/officeDocument/2006/relationships" id="286" r:id="R8e963968f1bd4501"/>
    <p:sldId xmlns:r="http://schemas.openxmlformats.org/officeDocument/2006/relationships" id="287" r:id="R5c9c75897f0c4692"/>
    <p:sldId xmlns:r="http://schemas.openxmlformats.org/officeDocument/2006/relationships" id="288" r:id="R072e5134295e4433"/>
    <p:sldId xmlns:r="http://schemas.openxmlformats.org/officeDocument/2006/relationships" id="289" r:id="Re90bf963c468418f"/>
    <p:sldId xmlns:r="http://schemas.openxmlformats.org/officeDocument/2006/relationships" id="290" r:id="R305fe0c50c784ea7"/>
    <p:sldId xmlns:r="http://schemas.openxmlformats.org/officeDocument/2006/relationships" id="291" r:id="Ra7b7a03403284245"/>
    <p:sldId xmlns:r="http://schemas.openxmlformats.org/officeDocument/2006/relationships" id="292" r:id="Rf3ec7d8103fc42f4"/>
    <p:sldId xmlns:r="http://schemas.openxmlformats.org/officeDocument/2006/relationships" id="293" r:id="Rcf47ba2afa9a43e8"/>
    <p:sldId xmlns:r="http://schemas.openxmlformats.org/officeDocument/2006/relationships" id="294" r:id="R2fb86211d0424d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845e91759430e" /><Relationship Type="http://schemas.openxmlformats.org/officeDocument/2006/relationships/slideMaster" Target="/ppt/slideMasters/slideMaster1.xml" Id="R6a39e7590f46479d" /><Relationship Type="http://schemas.openxmlformats.org/officeDocument/2006/relationships/notesMaster" Target="/ppt/notesMasters/notesMaster1.xml" Id="R28ac576307024b2f" /><Relationship Type="http://schemas.openxmlformats.org/officeDocument/2006/relationships/presProps" Target="/ppt/presProps.xml" Id="R585e5b7e62cf40ae" /><Relationship Type="http://schemas.openxmlformats.org/officeDocument/2006/relationships/tableStyles" Target="/ppt/tableStyles.xml" Id="R8410e0cd791c4a89" /><Relationship Type="http://schemas.openxmlformats.org/officeDocument/2006/relationships/slide" Target="/ppt/slides/slide1.xml" Id="Rf7e358876d6f4a01" /><Relationship Type="http://schemas.openxmlformats.org/officeDocument/2006/relationships/slide" Target="/ppt/slides/slide2.xml" Id="R185e5310b0464a73" /><Relationship Type="http://schemas.openxmlformats.org/officeDocument/2006/relationships/slide" Target="/ppt/slides/slide3.xml" Id="Ra03834caea7d4325" /><Relationship Type="http://schemas.openxmlformats.org/officeDocument/2006/relationships/slide" Target="/ppt/slides/slide4.xml" Id="R17b677dc04cd4a60" /><Relationship Type="http://schemas.openxmlformats.org/officeDocument/2006/relationships/slide" Target="/ppt/slides/slide5.xml" Id="Rf494fa1213824c1d" /><Relationship Type="http://schemas.openxmlformats.org/officeDocument/2006/relationships/slide" Target="/ppt/slides/slide6.xml" Id="Rc22481b160a54335" /><Relationship Type="http://schemas.openxmlformats.org/officeDocument/2006/relationships/slide" Target="/ppt/slides/slide7.xml" Id="Rd239adccc2584347" /><Relationship Type="http://schemas.openxmlformats.org/officeDocument/2006/relationships/slide" Target="/ppt/slides/slide8.xml" Id="R9406864a3bb84a13" /><Relationship Type="http://schemas.openxmlformats.org/officeDocument/2006/relationships/slide" Target="/ppt/slides/slide9.xml" Id="Rfe0acd1f63074b1a" /><Relationship Type="http://schemas.openxmlformats.org/officeDocument/2006/relationships/slide" Target="/ppt/slides/slide10.xml" Id="Rf0226a2b2c484f12" /><Relationship Type="http://schemas.openxmlformats.org/officeDocument/2006/relationships/slide" Target="/ppt/slides/slide11.xml" Id="R8d67b447a89545c9" /><Relationship Type="http://schemas.openxmlformats.org/officeDocument/2006/relationships/slide" Target="/ppt/slides/slide12.xml" Id="R9f813c867a38400c" /><Relationship Type="http://schemas.openxmlformats.org/officeDocument/2006/relationships/slide" Target="/ppt/slides/slide13.xml" Id="R0dd1b26bccf14f09" /><Relationship Type="http://schemas.openxmlformats.org/officeDocument/2006/relationships/slide" Target="/ppt/slides/slide14.xml" Id="R4fe653cc061f4ac1" /><Relationship Type="http://schemas.openxmlformats.org/officeDocument/2006/relationships/slide" Target="/ppt/slides/slide15.xml" Id="R07cd612b40d148b6" /><Relationship Type="http://schemas.openxmlformats.org/officeDocument/2006/relationships/slide" Target="/ppt/slides/slide16.xml" Id="Rbbe97bcab75f4d0e" /><Relationship Type="http://schemas.openxmlformats.org/officeDocument/2006/relationships/slide" Target="/ppt/slides/slide17.xml" Id="R78f73d9ecdab4dd3" /><Relationship Type="http://schemas.openxmlformats.org/officeDocument/2006/relationships/slide" Target="/ppt/slides/slide18.xml" Id="R2e9060167d894032" /><Relationship Type="http://schemas.openxmlformats.org/officeDocument/2006/relationships/slide" Target="/ppt/slides/slide19.xml" Id="Rb1d0f12b3cd343ff" /><Relationship Type="http://schemas.openxmlformats.org/officeDocument/2006/relationships/slide" Target="/ppt/slides/slide20.xml" Id="Re04c8c324ed040dd" /><Relationship Type="http://schemas.openxmlformats.org/officeDocument/2006/relationships/slide" Target="/ppt/slides/slide21.xml" Id="Rb84365b2db2e42e4" /><Relationship Type="http://schemas.openxmlformats.org/officeDocument/2006/relationships/slide" Target="/ppt/slides/slide22.xml" Id="R131a7c23f8ef4044" /><Relationship Type="http://schemas.openxmlformats.org/officeDocument/2006/relationships/slide" Target="/ppt/slides/slide23.xml" Id="R067ce6fa76f74dab" /><Relationship Type="http://schemas.openxmlformats.org/officeDocument/2006/relationships/slide" Target="/ppt/slides/slide24.xml" Id="R0357e9ef0bd4438d" /><Relationship Type="http://schemas.openxmlformats.org/officeDocument/2006/relationships/slide" Target="/ppt/slides/slide25.xml" Id="R6794c7e174444ce8" /><Relationship Type="http://schemas.openxmlformats.org/officeDocument/2006/relationships/slide" Target="/ppt/slides/slide26.xml" Id="R396c3ce35c544e22" /><Relationship Type="http://schemas.openxmlformats.org/officeDocument/2006/relationships/slide" Target="/ppt/slides/slide27.xml" Id="Ra42a036dbd3d4cb2" /><Relationship Type="http://schemas.openxmlformats.org/officeDocument/2006/relationships/slide" Target="/ppt/slides/slide28.xml" Id="Rdb31dd390dee4a8d" /><Relationship Type="http://schemas.openxmlformats.org/officeDocument/2006/relationships/slide" Target="/ppt/slides/slide29.xml" Id="Rbb1fd74e487b4210" /><Relationship Type="http://schemas.openxmlformats.org/officeDocument/2006/relationships/slide" Target="/ppt/slides/slide30.xml" Id="Rb29585ce79b14f15" /><Relationship Type="http://schemas.openxmlformats.org/officeDocument/2006/relationships/slide" Target="/ppt/slides/slide31.xml" Id="R8e963968f1bd4501" /><Relationship Type="http://schemas.openxmlformats.org/officeDocument/2006/relationships/slide" Target="/ppt/slides/slide32.xml" Id="R5c9c75897f0c4692" /><Relationship Type="http://schemas.openxmlformats.org/officeDocument/2006/relationships/slide" Target="/ppt/slides/slide33.xml" Id="R072e5134295e4433" /><Relationship Type="http://schemas.openxmlformats.org/officeDocument/2006/relationships/slide" Target="/ppt/slides/slide34.xml" Id="Re90bf963c468418f" /><Relationship Type="http://schemas.openxmlformats.org/officeDocument/2006/relationships/slide" Target="/ppt/slides/slide35.xml" Id="R305fe0c50c784ea7" /><Relationship Type="http://schemas.openxmlformats.org/officeDocument/2006/relationships/slide" Target="/ppt/slides/slide36.xml" Id="Ra7b7a03403284245" /><Relationship Type="http://schemas.openxmlformats.org/officeDocument/2006/relationships/slide" Target="/ppt/slides/slide37.xml" Id="Rf3ec7d8103fc42f4" /><Relationship Type="http://schemas.openxmlformats.org/officeDocument/2006/relationships/slide" Target="/ppt/slides/slide38.xml" Id="Rcf47ba2afa9a43e8" /><Relationship Type="http://schemas.openxmlformats.org/officeDocument/2006/relationships/slide" Target="/ppt/slides/slide39.xml" Id="R2fb86211d042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2accefb404f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33ea6c052b4245" /><Relationship Type="http://schemas.openxmlformats.org/officeDocument/2006/relationships/notesMaster" Target="/ppt/notesMasters/notesMaster1.xml" Id="Re3a6e08fe9d4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a285aa28b94a33" /><Relationship Type="http://schemas.openxmlformats.org/officeDocument/2006/relationships/notesMaster" Target="/ppt/notesMasters/notesMaster1.xml" Id="Rc92b4200219347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bd74f9f7dc47b8" /><Relationship Type="http://schemas.openxmlformats.org/officeDocument/2006/relationships/notesMaster" Target="/ppt/notesMasters/notesMaster1.xml" Id="R8085cd2b5d2b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6455fd3e74445b" /><Relationship Type="http://schemas.openxmlformats.org/officeDocument/2006/relationships/notesMaster" Target="/ppt/notesMasters/notesMaster1.xml" Id="R52b30068b09d46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8f8a1bb3349f7" /><Relationship Type="http://schemas.openxmlformats.org/officeDocument/2006/relationships/notesMaster" Target="/ppt/notesMasters/notesMaster1.xml" Id="R0927c882fd8640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5704cdc15b4332" /><Relationship Type="http://schemas.openxmlformats.org/officeDocument/2006/relationships/notesMaster" Target="/ppt/notesMasters/notesMaster1.xml" Id="R641c666f3cfd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948781a894b22" /><Relationship Type="http://schemas.openxmlformats.org/officeDocument/2006/relationships/notesMaster" Target="/ppt/notesMasters/notesMaster1.xml" Id="Re77f04f6e2f34c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e0a6cf5d2f47d4" /><Relationship Type="http://schemas.openxmlformats.org/officeDocument/2006/relationships/notesMaster" Target="/ppt/notesMasters/notesMaster1.xml" Id="R15472e317aa643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3b5f7087814f90" /><Relationship Type="http://schemas.openxmlformats.org/officeDocument/2006/relationships/notesMaster" Target="/ppt/notesMasters/notesMaster1.xml" Id="Rc0a677ae50564f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6a87178d89400a" /><Relationship Type="http://schemas.openxmlformats.org/officeDocument/2006/relationships/notesMaster" Target="/ppt/notesMasters/notesMaster1.xml" Id="Rb8eaa62319d74f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60eb01fa0c4d16" /><Relationship Type="http://schemas.openxmlformats.org/officeDocument/2006/relationships/notesMaster" Target="/ppt/notesMasters/notesMaster1.xml" Id="Re0f08d254fa84f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d365b459ca455f" /><Relationship Type="http://schemas.openxmlformats.org/officeDocument/2006/relationships/notesMaster" Target="/ppt/notesMasters/notesMaster1.xml" Id="R978bf79602b747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3e1bec26d94bfe" /><Relationship Type="http://schemas.openxmlformats.org/officeDocument/2006/relationships/notesMaster" Target="/ppt/notesMasters/notesMaster1.xml" Id="Rb5a2c716e5e046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1a38b89f604bb0" /><Relationship Type="http://schemas.openxmlformats.org/officeDocument/2006/relationships/notesMaster" Target="/ppt/notesMasters/notesMaster1.xml" Id="Ra88fbd56bcc64f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4e8bcf1c3e4978" /><Relationship Type="http://schemas.openxmlformats.org/officeDocument/2006/relationships/notesMaster" Target="/ppt/notesMasters/notesMaster1.xml" Id="R5067d69e034342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88d3666d734d9c" /><Relationship Type="http://schemas.openxmlformats.org/officeDocument/2006/relationships/notesMaster" Target="/ppt/notesMasters/notesMaster1.xml" Id="Rec0c544392494d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3e5bdb09f44c1c" /><Relationship Type="http://schemas.openxmlformats.org/officeDocument/2006/relationships/notesMaster" Target="/ppt/notesMasters/notesMaster1.xml" Id="Re642214b026d4a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4d03b288a240dc" /><Relationship Type="http://schemas.openxmlformats.org/officeDocument/2006/relationships/notesMaster" Target="/ppt/notesMasters/notesMaster1.xml" Id="R22d71e788cf841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623f6aabfe4472" /><Relationship Type="http://schemas.openxmlformats.org/officeDocument/2006/relationships/notesMaster" Target="/ppt/notesMasters/notesMaster1.xml" Id="R27c3dee42cce49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dd70404b6447cd" /><Relationship Type="http://schemas.openxmlformats.org/officeDocument/2006/relationships/notesMaster" Target="/ppt/notesMasters/notesMaster1.xml" Id="Re140cef4aa5048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cd8e92869c4258" /><Relationship Type="http://schemas.openxmlformats.org/officeDocument/2006/relationships/notesMaster" Target="/ppt/notesMasters/notesMaster1.xml" Id="R12c4a6ec5ffd43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8da22093fa4e48" /><Relationship Type="http://schemas.openxmlformats.org/officeDocument/2006/relationships/notesMaster" Target="/ppt/notesMasters/notesMaster1.xml" Id="R10111a54f1ec47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bff1082bff4b1e" /><Relationship Type="http://schemas.openxmlformats.org/officeDocument/2006/relationships/notesMaster" Target="/ppt/notesMasters/notesMaster1.xml" Id="R78f024022a8a4f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473a2dba704074" /><Relationship Type="http://schemas.openxmlformats.org/officeDocument/2006/relationships/notesMaster" Target="/ppt/notesMasters/notesMaster1.xml" Id="R87d6e7eb500d44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a46a233541d45f9" /><Relationship Type="http://schemas.openxmlformats.org/officeDocument/2006/relationships/notesMaster" Target="/ppt/notesMasters/notesMaster1.xml" Id="R63f941641ff14dd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df28edb4e44fc1" /><Relationship Type="http://schemas.openxmlformats.org/officeDocument/2006/relationships/notesMaster" Target="/ppt/notesMasters/notesMaster1.xml" Id="Rb57672d0b87c4a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49bcd6d3aa2466a" /><Relationship Type="http://schemas.openxmlformats.org/officeDocument/2006/relationships/notesMaster" Target="/ppt/notesMasters/notesMaster1.xml" Id="R775a1395bced455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ccc8da9e9746be" /><Relationship Type="http://schemas.openxmlformats.org/officeDocument/2006/relationships/notesMaster" Target="/ppt/notesMasters/notesMaster1.xml" Id="Rc099587ada334e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2a715bf03b442e" /><Relationship Type="http://schemas.openxmlformats.org/officeDocument/2006/relationships/notesMaster" Target="/ppt/notesMasters/notesMaster1.xml" Id="R6a1d652d21994e9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bcfdf68b7924a99" /><Relationship Type="http://schemas.openxmlformats.org/officeDocument/2006/relationships/notesMaster" Target="/ppt/notesMasters/notesMaster1.xml" Id="R34ba7002e39f4f2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5386742b784f3f" /><Relationship Type="http://schemas.openxmlformats.org/officeDocument/2006/relationships/notesMaster" Target="/ppt/notesMasters/notesMaster1.xml" Id="Re70fe7338c8046b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196d1ce499b4ce7" /><Relationship Type="http://schemas.openxmlformats.org/officeDocument/2006/relationships/notesMaster" Target="/ppt/notesMasters/notesMaster1.xml" Id="R5f0e59d80ccf46e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83b1650ec224e23" /><Relationship Type="http://schemas.openxmlformats.org/officeDocument/2006/relationships/notesMaster" Target="/ppt/notesMasters/notesMaster1.xml" Id="R84460b4c802b431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ef0ae079dc349f7" /><Relationship Type="http://schemas.openxmlformats.org/officeDocument/2006/relationships/notesMaster" Target="/ppt/notesMasters/notesMaster1.xml" Id="Rb156b599fe3e4c8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6c3fd58ca604cf4" /><Relationship Type="http://schemas.openxmlformats.org/officeDocument/2006/relationships/notesMaster" Target="/ppt/notesMasters/notesMaster1.xml" Id="Rdafd12d6955b4c7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0f0018078044708" /><Relationship Type="http://schemas.openxmlformats.org/officeDocument/2006/relationships/notesMaster" Target="/ppt/notesMasters/notesMaster1.xml" Id="Rcd6272c243a3472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8447a6189b6429e" /><Relationship Type="http://schemas.openxmlformats.org/officeDocument/2006/relationships/notesMaster" Target="/ppt/notesMasters/notesMaster1.xml" Id="Rde68fe9c9f2a4d4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a0dc9f6c71d4bde" /><Relationship Type="http://schemas.openxmlformats.org/officeDocument/2006/relationships/notesMaster" Target="/ppt/notesMasters/notesMaster1.xml" Id="R8e30b3ffb675434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6bb4ac1874846d0" /><Relationship Type="http://schemas.openxmlformats.org/officeDocument/2006/relationships/notesMaster" Target="/ppt/notesMasters/notesMaster1.xml" Id="R6a2da952c4af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Feintool, Successful Fineblanking, PDF pp.4–5: https://www.feintool.com/wp-content/uploads/2023/06/Erfolgreich_Feinschneiden_EN.pdf . 그림은 제조사의 일반 공정 설명이며 해당 데이터의 설비 구조를 확인한 자료는 아니다. 산업적 연결은 과제에서 제시한 압력 불안정 문제를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산업적 문제는 사용자가 제공한 공모전 요구문을 따른다. Feintool 공식 자료 PDF pp.16–17는 센서 기반 설비 모니터링과 점검 권고를 설명한다. https://www.feintool.com/wp-content/uploads/2023/06/Erfolgreich_Feinschneiden_EN.pdf . 압력·품질·비가동 감소는 본 실험의 직접 측정 성과가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Pang et al., Deep Learning for Anomaly Detection: A Review, https://arxiv.org/abs/2007.02500 . 설명용 분류로 예측·재구축·밀도를 사용한다. Hundman et al. https://arxiv.org/abs/1802.04431 . Malhotra et al. https://arxiv.org/abs/1607.00148 . 원 논문 시스템을 그대로 재현한 비교는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 정상 normal_0480, 이상 fault_0002. 각 군에서 정렬상 첫 30시점 이상 테스트 클립을 예시로 선택했다. 대표성의 근거는 전체 실험 지표다.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GMM 이론: Stanford CS229 Mixtures of Gaussians and EM, https://cs229.stanford.edu/summer2022/cs229-notes7b.pdf . 일반 정의를 본 연구의 관측 벡터 z로 표기했다.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Stanford CS229 https://cs229.stanford.edu/summer2022/cs229-notes7b.pdf . 그림은 실제 GMM W=2 seed=0의 현재 진동0 차원에 대한 주변분포다. 6차원 전체 점수와 동일하지 않으며 성분을 물리 운전 단계로 명명하지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Stanford CS229 Mixtures of Gaussians and EM: https://cs229.stanford.edu/summer2022/cs229-notes7b.pdf . γ는 정상 관측 i가 성분 k에 속할 사후 확률이다. E 단계와 M 단계를 번갈아 로그우도를 증가시키며 반복한다. 지역 최적점 가능성이 있어 초기화 반복이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Stanford CS229 https://cs229.stanford.edu/summer2022/cs229-notes7b.pdf . N_k=sum_i γ_ik, μ_k=(1/N_k)sum_i γ_ik z_i, Σ_k=(1/N_k)sum_i γ_ik(z_i−μ_k)(z_i−μ_k)^T. E/M 단계 반복으로 정상 관측의 로그우도를 최적화한다.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scikit-learn Gaussian mixture model selection and EM: https://scikit-learn.org/stable/modules/mixture.html . 그림은 진동만 GMM W=2 seed=0의 실제 BIC 기록. BIC는 중첩 윈도우에서 독립 관측 가정의 한계가 있어 복잡도 선택의 실용적 기준으로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 GMM W=2 seed=0, fault_0002. 이 클립은 EDA에도 사용한 설명 사례다. 전체 성능은 모든 테스트 클립으로 산출했다.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 Kim et al., Towards a Rigorous Evaluation of Time-series Anomaly Detection, https://arxiv.org/abs/2109.05257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 신규 센서 검토는 동일 분할·표준화·BIC·보정 규칙, seed 0·1·2. 전류 기여가 높다는 결과이며 누수 발생 원인의 확정 증거는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 신규 W=2 센서 제거 실험. 전체21클립을 분모로 유지.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 GMM W=2 seed=0, normal_0570에서10FP, normal_0576에서2FP. 신호 동반 상승은 기술적 관찰이며 원인 규명이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자료: seed_experiments/seed_summary.csv; WINDOW_ANALYSIS.md; SEED_RESULTS.md. 2026-10-07 완료. 비율 SD는 %p, n=3은 seed 0·1·2, 고정은 결정론적 n=1.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https://arxiv.org/abs/2007.02500</a:t>
            </a:r>
          </a:p>
          <a:p xmlns:a="http://schemas.openxmlformats.org/drawingml/2006/main">
            <a:r>
              <a:t>https://arxiv.org/abs/1802.04431</a:t>
            </a:r>
          </a:p>
          <a:p xmlns:a="http://schemas.openxmlformats.org/drawingml/2006/main">
            <a:r>
              <a:t>https://arxiv.org/abs/1607.00148</a:t>
            </a:r>
          </a:p>
          <a:p xmlns:a="http://schemas.openxmlformats.org/drawingml/2006/main">
            <a:r>
              <a:t>https://arxiv.org/abs/2109.05257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https://cs229.stanford.edu/summer2022/cs229-notes7b.pdf</a:t>
            </a:r>
          </a:p>
          <a:p xmlns:a="http://schemas.openxmlformats.org/drawingml/2006/main">
            <a:r>
              <a:t>https://scikit-learn.org/stable/modules/mixture.html</a:t>
            </a:r>
          </a:p>
          <a:p xmlns:a="http://schemas.openxmlformats.org/drawingml/2006/main">
            <a:r>
              <a:t>https://www.feintool.com/wp-content/uploads/2023/06/Erfolgreich_Feinschneiden_EN.pdf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463e84def41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7da454ab29400c" /><Relationship Type="http://schemas.openxmlformats.org/officeDocument/2006/relationships/slideLayout" Target="/ppt/slideLayouts/slideLayout1.xml" Id="Rc500df7423eb43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00df7423eb43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cb8b8c1bd4eb1" /><Relationship Type="http://schemas.openxmlformats.org/officeDocument/2006/relationships/notesSlide" Target="/ppt/notesSlides/notesSlide1.xml" Id="R23cd6b4e36bb44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ca95f6bd840c9" /><Relationship Type="http://schemas.openxmlformats.org/officeDocument/2006/relationships/notesSlide" Target="/ppt/notesSlides/notesSlide2.xml" Id="R71ef3c2bb982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1716234f24c45" /><Relationship Type="http://schemas.openxmlformats.org/officeDocument/2006/relationships/image" Target="/ppt/media/image.png" Id="Rf387c21e61ac4a35" /><Relationship Type="http://schemas.openxmlformats.org/officeDocument/2006/relationships/notesSlide" Target="/ppt/notesSlides/notesSlide3.xml" Id="R18cbee94aec54f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4878bb7a94e97" /><Relationship Type="http://schemas.openxmlformats.org/officeDocument/2006/relationships/notesSlide" Target="/ppt/notesSlides/notesSlide4.xml" Id="R2c1cdea0f99b48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9c6471ee2429d" /><Relationship Type="http://schemas.openxmlformats.org/officeDocument/2006/relationships/notesSlide" Target="/ppt/notesSlides/notesSlide5.xml" Id="R18278df2fa6143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cb099bdb146cd" /><Relationship Type="http://schemas.openxmlformats.org/officeDocument/2006/relationships/notesSlide" Target="/ppt/notesSlides/notesSlide6.xml" Id="R288965d9b6c04e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9ec2b35794435" /><Relationship Type="http://schemas.openxmlformats.org/officeDocument/2006/relationships/notesSlide" Target="/ppt/notesSlides/notesSlide7.xml" Id="R55d5c3b7b3c74f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629bfff454307" /><Relationship Type="http://schemas.openxmlformats.org/officeDocument/2006/relationships/notesSlide" Target="/ppt/notesSlides/notesSlide8.xml" Id="R9019cf0366ba43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9bd6f367b4a05" /><Relationship Type="http://schemas.openxmlformats.org/officeDocument/2006/relationships/notesSlide" Target="/ppt/notesSlides/notesSlide9.xml" Id="R9e158cb9b8e346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fefb527214379" /><Relationship Type="http://schemas.openxmlformats.org/officeDocument/2006/relationships/notesSlide" Target="/ppt/notesSlides/notesSlide10.xml" Id="Ra2c9a574d49f47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211c84189488d" /><Relationship Type="http://schemas.openxmlformats.org/officeDocument/2006/relationships/chart" Target="/ppt/slides/charts/chart1.xml" Id="R9ac6b1fdf5144ab5" /><Relationship Type="http://schemas.openxmlformats.org/officeDocument/2006/relationships/chart" Target="/ppt/slides/charts/chart2.xml" Id="Rff3a848aa1874ce4" /><Relationship Type="http://schemas.openxmlformats.org/officeDocument/2006/relationships/chart" Target="/ppt/slides/charts/chart3.xml" Id="R3054c3883f5a4e9b" /><Relationship Type="http://schemas.openxmlformats.org/officeDocument/2006/relationships/notesSlide" Target="/ppt/notesSlides/notesSlide11.xml" Id="R0ad2f60f3a1b40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b0af3ee0543bc" /><Relationship Type="http://schemas.openxmlformats.org/officeDocument/2006/relationships/notesSlide" Target="/ppt/notesSlides/notesSlide12.xml" Id="R3ce7156d706143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8a0da40ef4e96" /><Relationship Type="http://schemas.openxmlformats.org/officeDocument/2006/relationships/notesSlide" Target="/ppt/notesSlides/notesSlide13.xml" Id="R84d8c12724ce44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b3321a82240e3" /><Relationship Type="http://schemas.openxmlformats.org/officeDocument/2006/relationships/notesSlide" Target="/ppt/notesSlides/notesSlide14.xml" Id="Rd29b6f98aee949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603ea825f40dc" /><Relationship Type="http://schemas.openxmlformats.org/officeDocument/2006/relationships/notesSlide" Target="/ppt/notesSlides/notesSlide15.xml" Id="Rdfdf6663213f42d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c463007ff4f51" /><Relationship Type="http://schemas.openxmlformats.org/officeDocument/2006/relationships/notesSlide" Target="/ppt/notesSlides/notesSlide16.xml" Id="R2c39c9541a0d41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5cdd31d674f14" /><Relationship Type="http://schemas.openxmlformats.org/officeDocument/2006/relationships/chart" Target="/ppt/slides/charts/chart4.xml" Id="R1473310169e344d9" /><Relationship Type="http://schemas.openxmlformats.org/officeDocument/2006/relationships/notesSlide" Target="/ppt/notesSlides/notesSlide17.xml" Id="R1993942483e048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b836cc2b5435d" /><Relationship Type="http://schemas.openxmlformats.org/officeDocument/2006/relationships/notesSlide" Target="/ppt/notesSlides/notesSlide18.xml" Id="R61cfdb0ce4884d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0d50b13944155" /><Relationship Type="http://schemas.openxmlformats.org/officeDocument/2006/relationships/notesSlide" Target="/ppt/notesSlides/notesSlide19.xml" Id="Re8473c10526d403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8961c7e942f6" /><Relationship Type="http://schemas.openxmlformats.org/officeDocument/2006/relationships/chart" Target="/ppt/slides/charts/chart5.xml" Id="R4c9f3452da3b434e" /><Relationship Type="http://schemas.openxmlformats.org/officeDocument/2006/relationships/notesSlide" Target="/ppt/notesSlides/notesSlide20.xml" Id="Ra2b4211d0a834f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e1dedccc24141" /><Relationship Type="http://schemas.openxmlformats.org/officeDocument/2006/relationships/notesSlide" Target="/ppt/notesSlides/notesSlide21.xml" Id="R76e02908a52b47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be8fcc0ae4062" /><Relationship Type="http://schemas.openxmlformats.org/officeDocument/2006/relationships/chart" Target="/ppt/slides/charts/chart6.xml" Id="R8920274afeed4f2a" /><Relationship Type="http://schemas.openxmlformats.org/officeDocument/2006/relationships/notesSlide" Target="/ppt/notesSlides/notesSlide22.xml" Id="R45ca064a2b254b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bcedb5f214fac" /><Relationship Type="http://schemas.openxmlformats.org/officeDocument/2006/relationships/notesSlide" Target="/ppt/notesSlides/notesSlide23.xml" Id="R5cf3eeb9c4cf4e6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514ced9974f1a" /><Relationship Type="http://schemas.openxmlformats.org/officeDocument/2006/relationships/notesSlide" Target="/ppt/notesSlides/notesSlide24.xml" Id="Rc6ba6304814f44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99d7a9d2d4587" /><Relationship Type="http://schemas.openxmlformats.org/officeDocument/2006/relationships/notesSlide" Target="/ppt/notesSlides/notesSlide25.xml" Id="Rc2aab31f72c141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a1806b31e4487" /><Relationship Type="http://schemas.openxmlformats.org/officeDocument/2006/relationships/notesSlide" Target="/ppt/notesSlides/notesSlide26.xml" Id="Rdcf7d1b69edf48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17dba4164c4a" /><Relationship Type="http://schemas.openxmlformats.org/officeDocument/2006/relationships/notesSlide" Target="/ppt/notesSlides/notesSlide27.xml" Id="R79016eef5ec548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6f27e1ac24724" /><Relationship Type="http://schemas.openxmlformats.org/officeDocument/2006/relationships/notesSlide" Target="/ppt/notesSlides/notesSlide28.xml" Id="R381a7556aa1348d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7a34a4f6b4943" /><Relationship Type="http://schemas.openxmlformats.org/officeDocument/2006/relationships/chart" Target="/ppt/slides/charts/chart7.xml" Id="Rb0d3ffbaf4214dc0" /><Relationship Type="http://schemas.openxmlformats.org/officeDocument/2006/relationships/notesSlide" Target="/ppt/notesSlides/notesSlide29.xml" Id="Ra58ddcd3e7a54d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6276622143b1" /><Relationship Type="http://schemas.openxmlformats.org/officeDocument/2006/relationships/notesSlide" Target="/ppt/notesSlides/notesSlide30.xml" Id="Rc3cc8e04ab164f8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ad7b75c434b76" /><Relationship Type="http://schemas.openxmlformats.org/officeDocument/2006/relationships/chart" Target="/ppt/slides/charts/chart8.xml" Id="Rce908443d2e6406e" /><Relationship Type="http://schemas.openxmlformats.org/officeDocument/2006/relationships/notesSlide" Target="/ppt/notesSlides/notesSlide31.xml" Id="Rceade69454924f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c616879834d2d" /><Relationship Type="http://schemas.openxmlformats.org/officeDocument/2006/relationships/notesSlide" Target="/ppt/notesSlides/notesSlide32.xml" Id="Rfdf47f261eff493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6eebd5b164210" /><Relationship Type="http://schemas.openxmlformats.org/officeDocument/2006/relationships/chart" Target="/ppt/slides/charts/chart9.xml" Id="Ra1d6c88ae5bc40ae" /><Relationship Type="http://schemas.openxmlformats.org/officeDocument/2006/relationships/notesSlide" Target="/ppt/notesSlides/notesSlide33.xml" Id="R8a5b6b96ba9e473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653083b2d46c3" /><Relationship Type="http://schemas.openxmlformats.org/officeDocument/2006/relationships/notesSlide" Target="/ppt/notesSlides/notesSlide34.xml" Id="Rb70b27648da74a5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213c9124a4287" /><Relationship Type="http://schemas.openxmlformats.org/officeDocument/2006/relationships/notesSlide" Target="/ppt/notesSlides/notesSlide35.xml" Id="R762ff7ca673a495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615cadec14b19" /><Relationship Type="http://schemas.openxmlformats.org/officeDocument/2006/relationships/notesSlide" Target="/ppt/notesSlides/notesSlide36.xml" Id="Rff53e783c4b644c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3e1851f9d4f07" /><Relationship Type="http://schemas.openxmlformats.org/officeDocument/2006/relationships/notesSlide" Target="/ppt/notesSlides/notesSlide37.xml" Id="R5173fa1985e04fd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89c672c334cfb" /><Relationship Type="http://schemas.openxmlformats.org/officeDocument/2006/relationships/notesSlide" Target="/ppt/notesSlides/notesSlide38.xml" Id="R2a5a9208c2fc4e1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c41f42e264ac8" /><Relationship Type="http://schemas.openxmlformats.org/officeDocument/2006/relationships/notesSlide" Target="/ppt/notesSlides/notesSlide39.xml" Id="Recbacee13fd3464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 채널 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정상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</c:numCache>
            </c:numRef>
          </c:xVal>
          <c:yVal>
            <c:numRef>
              <c:f>'Chart Data'!$B$2:$B$51</c:f>
              <c:numCache>
                <c:formatCode>0.00</c:formatCode>
                <c:ptCount val="50"/>
                <c:pt idx="0">
                  <c:v>0.075398</c:v>
                </c:pt>
                <c:pt idx="1">
                  <c:v>-0.036329</c:v>
                </c:pt>
                <c:pt idx="2">
                  <c:v>-0.048489</c:v>
                </c:pt>
                <c:pt idx="3">
                  <c:v>0.064363</c:v>
                </c:pt>
                <c:pt idx="4">
                  <c:v>-0.07266</c:v>
                </c:pt>
                <c:pt idx="5">
                  <c:v>0.000126</c:v>
                </c:pt>
                <c:pt idx="6">
                  <c:v>0.050864</c:v>
                </c:pt>
                <c:pt idx="7">
                  <c:v>-0.047319</c:v>
                </c:pt>
                <c:pt idx="8">
                  <c:v>0.076602</c:v>
                </c:pt>
                <c:pt idx="9">
                  <c:v>0.02424</c:v>
                </c:pt>
                <c:pt idx="10">
                  <c:v>-0.060353</c:v>
                </c:pt>
                <c:pt idx="11">
                  <c:v>0.014295</c:v>
                </c:pt>
                <c:pt idx="12">
                  <c:v>-0.047751</c:v>
                </c:pt>
                <c:pt idx="13">
                  <c:v>-0.031084</c:v>
                </c:pt>
                <c:pt idx="14">
                  <c:v>0.105609</c:v>
                </c:pt>
                <c:pt idx="15">
                  <c:v>0.002646</c:v>
                </c:pt>
                <c:pt idx="16">
                  <c:v>-0.026509</c:v>
                </c:pt>
                <c:pt idx="17">
                  <c:v>0.014386</c:v>
                </c:pt>
                <c:pt idx="18">
                  <c:v>-0.084263</c:v>
                </c:pt>
                <c:pt idx="19">
                  <c:v>0.032176</c:v>
                </c:pt>
                <c:pt idx="20">
                  <c:v>0.060457</c:v>
                </c:pt>
                <c:pt idx="21">
                  <c:v>-0.032344</c:v>
                </c:pt>
                <c:pt idx="22">
                  <c:v>0.046425</c:v>
                </c:pt>
                <c:pt idx="23">
                  <c:v>-0.0162</c:v>
                </c:pt>
                <c:pt idx="24">
                  <c:v>-0.070979</c:v>
                </c:pt>
                <c:pt idx="25">
                  <c:v>0.045982</c:v>
                </c:pt>
                <c:pt idx="26">
                  <c:v>-0.00353</c:v>
                </c:pt>
                <c:pt idx="27">
                  <c:v>-0.015212</c:v>
                </c:pt>
                <c:pt idx="28">
                  <c:v>0.056836</c:v>
                </c:pt>
                <c:pt idx="29">
                  <c:v>-0.027678</c:v>
                </c:pt>
                <c:pt idx="30">
                  <c:v>-0.011613</c:v>
                </c:pt>
                <c:pt idx="31">
                  <c:v>0.023139</c:v>
                </c:pt>
                <c:pt idx="32">
                  <c:v>-0.059081</c:v>
                </c:pt>
                <c:pt idx="33">
                  <c:v>-0.000396</c:v>
                </c:pt>
                <c:pt idx="34">
                  <c:v>0.051795</c:v>
                </c:pt>
                <c:pt idx="35">
                  <c:v>-0.023477</c:v>
                </c:pt>
                <c:pt idx="36">
                  <c:v>0.045914</c:v>
                </c:pt>
                <c:pt idx="37">
                  <c:v>-0.011852</c:v>
                </c:pt>
                <c:pt idx="38">
                  <c:v>-0.09632</c:v>
                </c:pt>
                <c:pt idx="39">
                  <c:v>0.048071</c:v>
                </c:pt>
                <c:pt idx="40">
                  <c:v>-0.01796</c:v>
                </c:pt>
                <c:pt idx="41">
                  <c:v>-0.006084</c:v>
                </c:pt>
                <c:pt idx="42">
                  <c:v>0.060423</c:v>
                </c:pt>
                <c:pt idx="43">
                  <c:v>-0.059274</c:v>
                </c:pt>
                <c:pt idx="44">
                  <c:v>0.018791</c:v>
                </c:pt>
                <c:pt idx="45">
                  <c:v>0.019097</c:v>
                </c:pt>
                <c:pt idx="46">
                  <c:v>-0.063793</c:v>
                </c:pt>
                <c:pt idx="47">
                  <c:v>0.055893</c:v>
                </c:pt>
                <c:pt idx="48">
                  <c:v>0.009084</c:v>
                </c:pt>
                <c:pt idx="49">
                  <c:v>-0.03206</c:v>
                </c:pt>
              </c:numCache>
            </c:numRef>
          </c:yVal>
        </c:ser>
        <c:ser>
          <c:idx val="1"/>
          <c:order val="1"/>
          <c:tx>
            <c:v>이상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9050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Data'!$C$2:$C$51</c:f>
              <c:numCache>
                <c:formatCode>General</c:formatCode>
                <c:ptCount val="5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</c:numCache>
            </c:numRef>
          </c:xVal>
          <c:yVal>
            <c:numRef>
              <c:f>'Chart Data'!$D$2:$D$51</c:f>
              <c:numCache>
                <c:formatCode>0.00</c:formatCode>
                <c:ptCount val="50"/>
                <c:pt idx="0">
                  <c:v>0.31553783</c:v>
                </c:pt>
                <c:pt idx="1">
                  <c:v>-0.30299289</c:v>
                </c:pt>
                <c:pt idx="2">
                  <c:v>-0.20851951</c:v>
                </c:pt>
                <c:pt idx="3">
                  <c:v>-0.10328419</c:v>
                </c:pt>
                <c:pt idx="4">
                  <c:v>-0.00300488</c:v>
                </c:pt>
                <c:pt idx="5">
                  <c:v>-0.03470572</c:v>
                </c:pt>
                <c:pt idx="6">
                  <c:v>0.10219733</c:v>
                </c:pt>
                <c:pt idx="7">
                  <c:v>-0.25183223</c:v>
                </c:pt>
                <c:pt idx="8">
                  <c:v>-0.72065593</c:v>
                </c:pt>
                <c:pt idx="9">
                  <c:v>-1.0084029</c:v>
                </c:pt>
                <c:pt idx="10">
                  <c:v>-0.55159947</c:v>
                </c:pt>
                <c:pt idx="11">
                  <c:v>0.05619137</c:v>
                </c:pt>
                <c:pt idx="12">
                  <c:v>0.77666812</c:v>
                </c:pt>
                <c:pt idx="13">
                  <c:v>1.0141485</c:v>
                </c:pt>
                <c:pt idx="14">
                  <c:v>0.66565997</c:v>
                </c:pt>
                <c:pt idx="15">
                  <c:v>0.14287199</c:v>
                </c:pt>
                <c:pt idx="16">
                  <c:v>-0.35207842</c:v>
                </c:pt>
                <c:pt idx="17">
                  <c:v>-0.78304213</c:v>
                </c:pt>
                <c:pt idx="18">
                  <c:v>-0.7427538</c:v>
                </c:pt>
                <c:pt idx="19">
                  <c:v>-0.38071073</c:v>
                </c:pt>
                <c:pt idx="20">
                  <c:v>0.44957103</c:v>
                </c:pt>
                <c:pt idx="21">
                  <c:v>0.97580285</c:v>
                </c:pt>
                <c:pt idx="22">
                  <c:v>0.45143644</c:v>
                </c:pt>
                <c:pt idx="23">
                  <c:v>0.51206762</c:v>
                </c:pt>
                <c:pt idx="24">
                  <c:v>-0.29843423</c:v>
                </c:pt>
                <c:pt idx="25">
                  <c:v>-0.22486664</c:v>
                </c:pt>
                <c:pt idx="26">
                  <c:v>-0.15277812</c:v>
                </c:pt>
                <c:pt idx="27">
                  <c:v>-0.17111207</c:v>
                </c:pt>
                <c:pt idx="28">
                  <c:v>0.08873109</c:v>
                </c:pt>
                <c:pt idx="29">
                  <c:v>-0.02755317</c:v>
                </c:pt>
                <c:pt idx="30">
                  <c:v>0.02069349</c:v>
                </c:pt>
                <c:pt idx="31">
                  <c:v>0.01577059</c:v>
                </c:pt>
                <c:pt idx="32">
                  <c:v>0.03984424</c:v>
                </c:pt>
                <c:pt idx="33">
                  <c:v>0.07156716</c:v>
                </c:pt>
                <c:pt idx="34">
                  <c:v>0.06353157</c:v>
                </c:pt>
                <c:pt idx="35">
                  <c:v>0.08374196</c:v>
                </c:pt>
                <c:pt idx="36">
                  <c:v>0.11077378</c:v>
                </c:pt>
                <c:pt idx="37">
                  <c:v>0.04083765</c:v>
                </c:pt>
                <c:pt idx="38">
                  <c:v>0.14821433</c:v>
                </c:pt>
                <c:pt idx="39">
                  <c:v>0.1271761</c:v>
                </c:pt>
                <c:pt idx="40">
                  <c:v>0.10451529</c:v>
                </c:pt>
                <c:pt idx="41">
                  <c:v>0.07419418</c:v>
                </c:pt>
                <c:pt idx="42">
                  <c:v>0.09299172</c:v>
                </c:pt>
                <c:pt idx="43">
                  <c:v>0.09157887</c:v>
                </c:pt>
                <c:pt idx="44">
                  <c:v>0.06210768</c:v>
                </c:pt>
                <c:pt idx="45">
                  <c:v>0.06632416</c:v>
                </c:pt>
                <c:pt idx="46">
                  <c:v>0.04144474</c:v>
                </c:pt>
                <c:pt idx="47">
                  <c:v>0.07252746</c:v>
                </c:pt>
                <c:pt idx="48">
                  <c:v>0.09431627</c:v>
                </c:pt>
                <c:pt idx="49">
                  <c:v>0.10750656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256854668"/>
          <c:min val="-1.25110906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원시값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4.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클립 시작 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 채널 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정상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</c:numCache>
            </c:numRef>
          </c:xVal>
          <c:yVal>
            <c:numRef>
              <c:f>'Chart Data'!$B$2:$B$51</c:f>
              <c:numCache>
                <c:formatCode>0.00</c:formatCode>
                <c:ptCount val="50"/>
                <c:pt idx="0">
                  <c:v>-0.04317</c:v>
                </c:pt>
                <c:pt idx="1">
                  <c:v>-0.000902</c:v>
                </c:pt>
                <c:pt idx="2">
                  <c:v>-0.023779</c:v>
                </c:pt>
                <c:pt idx="3">
                  <c:v>0.079331</c:v>
                </c:pt>
                <c:pt idx="4">
                  <c:v>0.063982</c:v>
                </c:pt>
                <c:pt idx="5">
                  <c:v>-0.036744</c:v>
                </c:pt>
                <c:pt idx="6">
                  <c:v>0.04811</c:v>
                </c:pt>
                <c:pt idx="7">
                  <c:v>-0.043681</c:v>
                </c:pt>
                <c:pt idx="8">
                  <c:v>-0.08914</c:v>
                </c:pt>
                <c:pt idx="9">
                  <c:v>0.084406</c:v>
                </c:pt>
                <c:pt idx="10">
                  <c:v>-0.007249</c:v>
                </c:pt>
                <c:pt idx="11">
                  <c:v>-0.064889</c:v>
                </c:pt>
                <c:pt idx="12">
                  <c:v>0.019908</c:v>
                </c:pt>
                <c:pt idx="13">
                  <c:v>-0.047405</c:v>
                </c:pt>
                <c:pt idx="14">
                  <c:v>0.058703</c:v>
                </c:pt>
                <c:pt idx="15">
                  <c:v>0.104218</c:v>
                </c:pt>
                <c:pt idx="16">
                  <c:v>-0.072598</c:v>
                </c:pt>
                <c:pt idx="17">
                  <c:v>0.000926</c:v>
                </c:pt>
                <c:pt idx="18">
                  <c:v>0.002924</c:v>
                </c:pt>
                <c:pt idx="19">
                  <c:v>-0.060246</c:v>
                </c:pt>
                <c:pt idx="20">
                  <c:v>0.078162</c:v>
                </c:pt>
                <c:pt idx="21">
                  <c:v>0.023212</c:v>
                </c:pt>
                <c:pt idx="22">
                  <c:v>-0.033565</c:v>
                </c:pt>
                <c:pt idx="23">
                  <c:v>0.019398</c:v>
                </c:pt>
                <c:pt idx="24">
                  <c:v>-0.063095</c:v>
                </c:pt>
                <c:pt idx="25">
                  <c:v>0.009418</c:v>
                </c:pt>
                <c:pt idx="26">
                  <c:v>0.071486</c:v>
                </c:pt>
                <c:pt idx="27">
                  <c:v>-0.069442</c:v>
                </c:pt>
                <c:pt idx="28">
                  <c:v>0.016695</c:v>
                </c:pt>
                <c:pt idx="29">
                  <c:v>0.06246</c:v>
                </c:pt>
                <c:pt idx="30">
                  <c:v>-0.05743</c:v>
                </c:pt>
                <c:pt idx="31">
                  <c:v>0.045135</c:v>
                </c:pt>
                <c:pt idx="32">
                  <c:v>0.029445</c:v>
                </c:pt>
                <c:pt idx="33">
                  <c:v>-0.085007</c:v>
                </c:pt>
                <c:pt idx="34">
                  <c:v>-0.003582</c:v>
                </c:pt>
                <c:pt idx="35">
                  <c:v>-0.001572</c:v>
                </c:pt>
                <c:pt idx="36">
                  <c:v>0.003185</c:v>
                </c:pt>
                <c:pt idx="37">
                  <c:v>0.022633</c:v>
                </c:pt>
                <c:pt idx="38">
                  <c:v>-0.053161</c:v>
                </c:pt>
                <c:pt idx="39">
                  <c:v>0.04954</c:v>
                </c:pt>
                <c:pt idx="40">
                  <c:v>0.040549</c:v>
                </c:pt>
                <c:pt idx="41">
                  <c:v>-0.099187</c:v>
                </c:pt>
                <c:pt idx="42">
                  <c:v>0.050926</c:v>
                </c:pt>
                <c:pt idx="43">
                  <c:v>0.049779</c:v>
                </c:pt>
                <c:pt idx="44">
                  <c:v>-0.048745</c:v>
                </c:pt>
                <c:pt idx="45">
                  <c:v>0.035258</c:v>
                </c:pt>
                <c:pt idx="46">
                  <c:v>-0.04258</c:v>
                </c:pt>
                <c:pt idx="47">
                  <c:v>-0.063209</c:v>
                </c:pt>
                <c:pt idx="48">
                  <c:v>0.04593</c:v>
                </c:pt>
                <c:pt idx="49">
                  <c:v>-0.005341</c:v>
                </c:pt>
              </c:numCache>
            </c:numRef>
          </c:yVal>
        </c:ser>
        <c:ser>
          <c:idx val="1"/>
          <c:order val="1"/>
          <c:tx>
            <c:v>이상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9050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Data'!$C$2:$C$51</c:f>
              <c:numCache>
                <c:formatCode>General</c:formatCode>
                <c:ptCount val="5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</c:numCache>
            </c:numRef>
          </c:xVal>
          <c:yVal>
            <c:numRef>
              <c:f>'Chart Data'!$D$2:$D$51</c:f>
              <c:numCache>
                <c:formatCode>0.00</c:formatCode>
                <c:ptCount val="50"/>
                <c:pt idx="0">
                  <c:v>0.20531456</c:v>
                </c:pt>
                <c:pt idx="1">
                  <c:v>0.30915396</c:v>
                </c:pt>
                <c:pt idx="2">
                  <c:v>0.24723456</c:v>
                </c:pt>
                <c:pt idx="3">
                  <c:v>0.25261634</c:v>
                </c:pt>
                <c:pt idx="4">
                  <c:v>0.26231512</c:v>
                </c:pt>
                <c:pt idx="5">
                  <c:v>0.16326723</c:v>
                </c:pt>
                <c:pt idx="6">
                  <c:v>0.18943541</c:v>
                </c:pt>
                <c:pt idx="7">
                  <c:v>0.06198562</c:v>
                </c:pt>
                <c:pt idx="8">
                  <c:v>0.18661143</c:v>
                </c:pt>
                <c:pt idx="9">
                  <c:v>0.18383373</c:v>
                </c:pt>
                <c:pt idx="10">
                  <c:v>-0.03054626</c:v>
                </c:pt>
                <c:pt idx="11">
                  <c:v>-0.41095125</c:v>
                </c:pt>
                <c:pt idx="12">
                  <c:v>-0.63460179</c:v>
                </c:pt>
                <c:pt idx="13">
                  <c:v>-0.27726322</c:v>
                </c:pt>
                <c:pt idx="14">
                  <c:v>0.22642502</c:v>
                </c:pt>
                <c:pt idx="15">
                  <c:v>0.35294891</c:v>
                </c:pt>
                <c:pt idx="16">
                  <c:v>0.27173613</c:v>
                </c:pt>
                <c:pt idx="17">
                  <c:v>0.2774304</c:v>
                </c:pt>
                <c:pt idx="18">
                  <c:v>0.2534728</c:v>
                </c:pt>
                <c:pt idx="19">
                  <c:v>-0.2854227</c:v>
                </c:pt>
                <c:pt idx="20">
                  <c:v>-0.61829442</c:v>
                </c:pt>
                <c:pt idx="21">
                  <c:v>-0.31235474</c:v>
                </c:pt>
                <c:pt idx="22">
                  <c:v>0.37491583</c:v>
                </c:pt>
                <c:pt idx="23">
                  <c:v>-0.44267481</c:v>
                </c:pt>
                <c:pt idx="24">
                  <c:v>-0.03294202</c:v>
                </c:pt>
                <c:pt idx="25">
                  <c:v>-0.05416822</c:v>
                </c:pt>
                <c:pt idx="26">
                  <c:v>-0.07030198</c:v>
                </c:pt>
                <c:pt idx="27">
                  <c:v>0.02906996</c:v>
                </c:pt>
                <c:pt idx="28">
                  <c:v>0.21633274</c:v>
                </c:pt>
                <c:pt idx="29">
                  <c:v>0.26119247</c:v>
                </c:pt>
                <c:pt idx="30">
                  <c:v>0.26979174</c:v>
                </c:pt>
                <c:pt idx="31">
                  <c:v>0.27914331</c:v>
                </c:pt>
                <c:pt idx="32">
                  <c:v>0.25953743</c:v>
                </c:pt>
                <c:pt idx="33">
                  <c:v>0.21963125</c:v>
                </c:pt>
                <c:pt idx="34">
                  <c:v>0.24368143</c:v>
                </c:pt>
                <c:pt idx="35">
                  <c:v>-0.17587745</c:v>
                </c:pt>
                <c:pt idx="36">
                  <c:v>-0.18301843</c:v>
                </c:pt>
                <c:pt idx="37">
                  <c:v>-0.09725718</c:v>
                </c:pt>
                <c:pt idx="38">
                  <c:v>-0.16974338</c:v>
                </c:pt>
                <c:pt idx="39">
                  <c:v>-0.17331966</c:v>
                </c:pt>
                <c:pt idx="40">
                  <c:v>-0.13157325</c:v>
                </c:pt>
                <c:pt idx="41">
                  <c:v>-0.12804327</c:v>
                </c:pt>
                <c:pt idx="42">
                  <c:v>-0.1683661</c:v>
                </c:pt>
                <c:pt idx="43">
                  <c:v>-0.14827413</c:v>
                </c:pt>
                <c:pt idx="44">
                  <c:v>-0.16543795</c:v>
                </c:pt>
                <c:pt idx="45">
                  <c:v>-0.15020694</c:v>
                </c:pt>
                <c:pt idx="46">
                  <c:v>-0.14007994</c:v>
                </c:pt>
                <c:pt idx="47">
                  <c:v>-0.13643421</c:v>
                </c:pt>
                <c:pt idx="48">
                  <c:v>-0.13323987</c:v>
                </c:pt>
                <c:pt idx="49">
                  <c:v>-0.15582019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960579444"/>
          <c:min val="-0.755743904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원시값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4.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클립 시작 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정상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</c:numCache>
            </c:numRef>
          </c:xVal>
          <c:yVal>
            <c:numRef>
              <c:f>'Chart Data'!$B$2:$B$51</c:f>
              <c:numCache>
                <c:formatCode>0</c:formatCode>
                <c:ptCount val="50"/>
                <c:pt idx="0">
                  <c:v>93.188297</c:v>
                </c:pt>
                <c:pt idx="1">
                  <c:v>110.57855</c:v>
                </c:pt>
                <c:pt idx="2">
                  <c:v>115.70276</c:v>
                </c:pt>
                <c:pt idx="3">
                  <c:v>107.28515</c:v>
                </c:pt>
                <c:pt idx="4">
                  <c:v>90.485941</c:v>
                </c:pt>
                <c:pt idx="5">
                  <c:v>62.677272</c:v>
                </c:pt>
                <c:pt idx="6">
                  <c:v>21.901729</c:v>
                </c:pt>
                <c:pt idx="7">
                  <c:v>-28.827194</c:v>
                </c:pt>
                <c:pt idx="8">
                  <c:v>-80.610046</c:v>
                </c:pt>
                <c:pt idx="9">
                  <c:v>-105.80434</c:v>
                </c:pt>
                <c:pt idx="10">
                  <c:v>-113.98937</c:v>
                </c:pt>
                <c:pt idx="11">
                  <c:v>-110.73972</c:v>
                </c:pt>
                <c:pt idx="12">
                  <c:v>-95.841896</c:v>
                </c:pt>
                <c:pt idx="13">
                  <c:v>-72.703966</c:v>
                </c:pt>
                <c:pt idx="14">
                  <c:v>-35.184864</c:v>
                </c:pt>
                <c:pt idx="15">
                  <c:v>12.283565</c:v>
                </c:pt>
                <c:pt idx="16">
                  <c:v>66.89287</c:v>
                </c:pt>
                <c:pt idx="17">
                  <c:v>101.6661</c:v>
                </c:pt>
                <c:pt idx="18">
                  <c:v>113.29104</c:v>
                </c:pt>
                <c:pt idx="19">
                  <c:v>114.43759</c:v>
                </c:pt>
                <c:pt idx="20">
                  <c:v>102.05532</c:v>
                </c:pt>
                <c:pt idx="21">
                  <c:v>82.620035</c:v>
                </c:pt>
                <c:pt idx="22">
                  <c:v>49.487001</c:v>
                </c:pt>
                <c:pt idx="23">
                  <c:v>5.555869</c:v>
                </c:pt>
                <c:pt idx="24">
                  <c:v>-48.241383</c:v>
                </c:pt>
                <c:pt idx="25">
                  <c:v>-92.76272</c:v>
                </c:pt>
                <c:pt idx="26">
                  <c:v>-109.61272</c:v>
                </c:pt>
                <c:pt idx="27">
                  <c:v>-114.73335</c:v>
                </c:pt>
                <c:pt idx="28">
                  <c:v>-106.48085</c:v>
                </c:pt>
                <c:pt idx="29">
                  <c:v>-89.249383</c:v>
                </c:pt>
                <c:pt idx="30">
                  <c:v>-61.199315</c:v>
                </c:pt>
                <c:pt idx="31">
                  <c:v>-20.102742</c:v>
                </c:pt>
                <c:pt idx="32">
                  <c:v>30.933503</c:v>
                </c:pt>
                <c:pt idx="33">
                  <c:v>82.318316</c:v>
                </c:pt>
                <c:pt idx="34">
                  <c:v>107.25345</c:v>
                </c:pt>
                <c:pt idx="35">
                  <c:v>115.31927</c:v>
                </c:pt>
                <c:pt idx="36">
                  <c:v>111.58396</c:v>
                </c:pt>
                <c:pt idx="37">
                  <c:v>96.652042</c:v>
                </c:pt>
                <c:pt idx="38">
                  <c:v>73.567995</c:v>
                </c:pt>
                <c:pt idx="39">
                  <c:v>35.94232</c:v>
                </c:pt>
                <c:pt idx="40">
                  <c:v>-11.290909</c:v>
                </c:pt>
                <c:pt idx="41">
                  <c:v>-65.902479</c:v>
                </c:pt>
                <c:pt idx="42">
                  <c:v>-100.78598</c:v>
                </c:pt>
                <c:pt idx="43">
                  <c:v>-112.31471</c:v>
                </c:pt>
                <c:pt idx="44">
                  <c:v>-113.6315</c:v>
                </c:pt>
                <c:pt idx="45">
                  <c:v>-101.44759</c:v>
                </c:pt>
                <c:pt idx="46">
                  <c:v>-81.958184</c:v>
                </c:pt>
                <c:pt idx="47">
                  <c:v>-49.083596</c:v>
                </c:pt>
                <c:pt idx="48">
                  <c:v>-5.047918</c:v>
                </c:pt>
                <c:pt idx="49">
                  <c:v>49.124366</c:v>
                </c:pt>
              </c:numCache>
            </c:numRef>
          </c:yVal>
        </c:ser>
        <c:ser>
          <c:idx val="1"/>
          <c:order val="1"/>
          <c:tx>
            <c:v>이상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9050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Data'!$C$2:$C$51</c:f>
              <c:numCache>
                <c:formatCode>General</c:formatCode>
                <c:ptCount val="50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  <c:pt idx="11">
                  <c:v>1.1</c:v>
                </c:pt>
                <c:pt idx="12">
                  <c:v>1.2</c:v>
                </c:pt>
                <c:pt idx="13">
                  <c:v>1.3</c:v>
                </c:pt>
                <c:pt idx="14">
                  <c:v>1.4</c:v>
                </c:pt>
                <c:pt idx="15">
                  <c:v>1.5</c:v>
                </c:pt>
                <c:pt idx="16">
                  <c:v>1.6</c:v>
                </c:pt>
                <c:pt idx="17">
                  <c:v>1.7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</c:v>
                </c:pt>
                <c:pt idx="23">
                  <c:v>2.3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4.1</c:v>
                </c:pt>
                <c:pt idx="42">
                  <c:v>4.2</c:v>
                </c:pt>
                <c:pt idx="43">
                  <c:v>4.3</c:v>
                </c:pt>
                <c:pt idx="44">
                  <c:v>4.4</c:v>
                </c:pt>
                <c:pt idx="45">
                  <c:v>4.5</c:v>
                </c:pt>
                <c:pt idx="46">
                  <c:v>4.6</c:v>
                </c:pt>
                <c:pt idx="47">
                  <c:v>4.7</c:v>
                </c:pt>
                <c:pt idx="48">
                  <c:v>4.8</c:v>
                </c:pt>
                <c:pt idx="49">
                  <c:v>4.9</c:v>
                </c:pt>
              </c:numCache>
            </c:numRef>
          </c:xVal>
          <c:yVal>
            <c:numRef>
              <c:f>'Chart Data'!$D$2:$D$51</c:f>
              <c:numCache>
                <c:formatCode>0</c:formatCode>
                <c:ptCount val="50"/>
                <c:pt idx="0">
                  <c:v>34.570698</c:v>
                </c:pt>
                <c:pt idx="1">
                  <c:v>70.333489</c:v>
                </c:pt>
                <c:pt idx="2">
                  <c:v>151.39582</c:v>
                </c:pt>
                <c:pt idx="3">
                  <c:v>147.81954</c:v>
                </c:pt>
                <c:pt idx="4">
                  <c:v>110.86465</c:v>
                </c:pt>
                <c:pt idx="5">
                  <c:v>32.186512</c:v>
                </c:pt>
                <c:pt idx="6">
                  <c:v>185.96651</c:v>
                </c:pt>
                <c:pt idx="7">
                  <c:v>-107.28837</c:v>
                </c:pt>
                <c:pt idx="8">
                  <c:v>103.71209</c:v>
                </c:pt>
                <c:pt idx="9">
                  <c:v>-59.604652</c:v>
                </c:pt>
                <c:pt idx="10">
                  <c:v>-98.943722</c:v>
                </c:pt>
                <c:pt idx="11">
                  <c:v>-58.412559</c:v>
                </c:pt>
                <c:pt idx="12">
                  <c:v>-41.723256</c:v>
                </c:pt>
                <c:pt idx="13">
                  <c:v>-4.7683722</c:v>
                </c:pt>
                <c:pt idx="14">
                  <c:v>19.073489</c:v>
                </c:pt>
                <c:pt idx="15">
                  <c:v>-10.728837</c:v>
                </c:pt>
                <c:pt idx="16">
                  <c:v>20.265582</c:v>
                </c:pt>
                <c:pt idx="17">
                  <c:v>11.92093</c:v>
                </c:pt>
                <c:pt idx="18">
                  <c:v>-183.58233</c:v>
                </c:pt>
                <c:pt idx="19">
                  <c:v>-141.85907</c:v>
                </c:pt>
                <c:pt idx="20">
                  <c:v>-84.638606</c:v>
                </c:pt>
                <c:pt idx="21">
                  <c:v>-54.83628</c:v>
                </c:pt>
                <c:pt idx="22">
                  <c:v>-183.58233</c:v>
                </c:pt>
                <c:pt idx="23">
                  <c:v>181.19814</c:v>
                </c:pt>
                <c:pt idx="24">
                  <c:v>87.022792</c:v>
                </c:pt>
                <c:pt idx="25">
                  <c:v>25.033954</c:v>
                </c:pt>
                <c:pt idx="26">
                  <c:v>76.293954</c:v>
                </c:pt>
                <c:pt idx="27">
                  <c:v>125.16977</c:v>
                </c:pt>
                <c:pt idx="28">
                  <c:v>95.367443</c:v>
                </c:pt>
                <c:pt idx="29">
                  <c:v>128.74605</c:v>
                </c:pt>
                <c:pt idx="30">
                  <c:v>72.717675</c:v>
                </c:pt>
                <c:pt idx="31">
                  <c:v>95.367443</c:v>
                </c:pt>
                <c:pt idx="32">
                  <c:v>27.41814</c:v>
                </c:pt>
                <c:pt idx="33">
                  <c:v>90.599071</c:v>
                </c:pt>
                <c:pt idx="34">
                  <c:v>47.683722</c:v>
                </c:pt>
                <c:pt idx="35">
                  <c:v>69.141396</c:v>
                </c:pt>
                <c:pt idx="36">
                  <c:v>72.717675</c:v>
                </c:pt>
                <c:pt idx="37">
                  <c:v>119.2093</c:v>
                </c:pt>
                <c:pt idx="38">
                  <c:v>60.796745</c:v>
                </c:pt>
                <c:pt idx="39">
                  <c:v>-7.1525582</c:v>
                </c:pt>
                <c:pt idx="40">
                  <c:v>135.89861</c:v>
                </c:pt>
                <c:pt idx="41">
                  <c:v>85.830699</c:v>
                </c:pt>
                <c:pt idx="42">
                  <c:v>79.870234</c:v>
                </c:pt>
                <c:pt idx="43">
                  <c:v>94.17535</c:v>
                </c:pt>
                <c:pt idx="44">
                  <c:v>67.949303</c:v>
                </c:pt>
                <c:pt idx="45">
                  <c:v>44.107442</c:v>
                </c:pt>
                <c:pt idx="46">
                  <c:v>95.367443</c:v>
                </c:pt>
                <c:pt idx="47">
                  <c:v>132.32233</c:v>
                </c:pt>
                <c:pt idx="48">
                  <c:v>181.19814</c:v>
                </c:pt>
                <c:pt idx="49">
                  <c:v>57.220466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0.3123708"/>
          <c:min val="-227.928190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원시값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4.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클립 시작 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학습된 성분의 현재 진동0 주변분포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성분 1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4288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Data'!$A$2:$A$142</c:f>
              <c:numCache>
                <c:formatCode>General</c:formatCode>
                <c:ptCount val="141"/>
                <c:pt idx="0">
                  <c:v>-3.5</c:v>
                </c:pt>
                <c:pt idx="1">
                  <c:v>-3.45</c:v>
                </c:pt>
                <c:pt idx="2">
                  <c:v>-3.4</c:v>
                </c:pt>
                <c:pt idx="3">
                  <c:v>-3.35</c:v>
                </c:pt>
                <c:pt idx="4">
                  <c:v>-3.3</c:v>
                </c:pt>
                <c:pt idx="5">
                  <c:v>-3.25</c:v>
                </c:pt>
                <c:pt idx="6">
                  <c:v>-3.2</c:v>
                </c:pt>
                <c:pt idx="7">
                  <c:v>-3.15</c:v>
                </c:pt>
                <c:pt idx="8">
                  <c:v>-3.1</c:v>
                </c:pt>
                <c:pt idx="9">
                  <c:v>-3.05</c:v>
                </c:pt>
                <c:pt idx="10">
                  <c:v>-3</c:v>
                </c:pt>
                <c:pt idx="11">
                  <c:v>-2.95</c:v>
                </c:pt>
                <c:pt idx="12">
                  <c:v>-2.9</c:v>
                </c:pt>
                <c:pt idx="13">
                  <c:v>-2.85</c:v>
                </c:pt>
                <c:pt idx="14">
                  <c:v>-2.8</c:v>
                </c:pt>
                <c:pt idx="15">
                  <c:v>-2.75</c:v>
                </c:pt>
                <c:pt idx="16">
                  <c:v>-2.7</c:v>
                </c:pt>
                <c:pt idx="17">
                  <c:v>-2.65</c:v>
                </c:pt>
                <c:pt idx="18">
                  <c:v>-2.6</c:v>
                </c:pt>
                <c:pt idx="19">
                  <c:v>-2.55</c:v>
                </c:pt>
                <c:pt idx="20">
                  <c:v>-2.5</c:v>
                </c:pt>
                <c:pt idx="21">
                  <c:v>-2.45</c:v>
                </c:pt>
                <c:pt idx="22">
                  <c:v>-2.4</c:v>
                </c:pt>
                <c:pt idx="23">
                  <c:v>-2.35</c:v>
                </c:pt>
                <c:pt idx="24">
                  <c:v>-2.3</c:v>
                </c:pt>
                <c:pt idx="25">
                  <c:v>-2.25</c:v>
                </c:pt>
                <c:pt idx="26">
                  <c:v>-2.2</c:v>
                </c:pt>
                <c:pt idx="27">
                  <c:v>-2.15</c:v>
                </c:pt>
                <c:pt idx="28">
                  <c:v>-2.1</c:v>
                </c:pt>
                <c:pt idx="29">
                  <c:v>-2.05</c:v>
                </c:pt>
                <c:pt idx="30">
                  <c:v>-2</c:v>
                </c:pt>
                <c:pt idx="31">
                  <c:v>-1.95</c:v>
                </c:pt>
                <c:pt idx="32">
                  <c:v>-1.9</c:v>
                </c:pt>
                <c:pt idx="33">
                  <c:v>-1.85</c:v>
                </c:pt>
                <c:pt idx="34">
                  <c:v>-1.8</c:v>
                </c:pt>
                <c:pt idx="35">
                  <c:v>-1.75</c:v>
                </c:pt>
                <c:pt idx="36">
                  <c:v>-1.7</c:v>
                </c:pt>
                <c:pt idx="37">
                  <c:v>-1.65</c:v>
                </c:pt>
                <c:pt idx="38">
                  <c:v>-1.6</c:v>
                </c:pt>
                <c:pt idx="39">
                  <c:v>-1.55</c:v>
                </c:pt>
                <c:pt idx="40">
                  <c:v>-1.5</c:v>
                </c:pt>
                <c:pt idx="41">
                  <c:v>-1.45</c:v>
                </c:pt>
                <c:pt idx="42">
                  <c:v>-1.4</c:v>
                </c:pt>
                <c:pt idx="43">
                  <c:v>-1.35</c:v>
                </c:pt>
                <c:pt idx="44">
                  <c:v>-1.3</c:v>
                </c:pt>
                <c:pt idx="45">
                  <c:v>-1.25</c:v>
                </c:pt>
                <c:pt idx="46">
                  <c:v>-1.2</c:v>
                </c:pt>
                <c:pt idx="47">
                  <c:v>-1.15</c:v>
                </c:pt>
                <c:pt idx="48">
                  <c:v>-1.1</c:v>
                </c:pt>
                <c:pt idx="49">
                  <c:v>-1.05</c:v>
                </c:pt>
                <c:pt idx="50">
                  <c:v>-1</c:v>
                </c:pt>
                <c:pt idx="51">
                  <c:v>-0.95</c:v>
                </c:pt>
                <c:pt idx="52">
                  <c:v>-0.9</c:v>
                </c:pt>
                <c:pt idx="53">
                  <c:v>-0.85</c:v>
                </c:pt>
                <c:pt idx="54">
                  <c:v>-0.8</c:v>
                </c:pt>
                <c:pt idx="55">
                  <c:v>-0.75</c:v>
                </c:pt>
                <c:pt idx="56">
                  <c:v>-0.7</c:v>
                </c:pt>
                <c:pt idx="57">
                  <c:v>-0.65</c:v>
                </c:pt>
                <c:pt idx="58">
                  <c:v>-0.6</c:v>
                </c:pt>
                <c:pt idx="59">
                  <c:v>-0.55</c:v>
                </c:pt>
                <c:pt idx="60">
                  <c:v>-0.5</c:v>
                </c:pt>
                <c:pt idx="61">
                  <c:v>-0.45</c:v>
                </c:pt>
                <c:pt idx="62">
                  <c:v>-0.4</c:v>
                </c:pt>
                <c:pt idx="63">
                  <c:v>-0.35</c:v>
                </c:pt>
                <c:pt idx="64">
                  <c:v>-0.3</c:v>
                </c:pt>
                <c:pt idx="65">
                  <c:v>-0.25</c:v>
                </c:pt>
                <c:pt idx="66">
                  <c:v>-0.2</c:v>
                </c:pt>
                <c:pt idx="67">
                  <c:v>-0.15</c:v>
                </c:pt>
                <c:pt idx="68">
                  <c:v>-0.1</c:v>
                </c:pt>
                <c:pt idx="69">
                  <c:v>-0.05</c:v>
                </c:pt>
                <c:pt idx="70">
                  <c:v>0</c:v>
                </c:pt>
                <c:pt idx="71">
                  <c:v>0.05</c:v>
                </c:pt>
                <c:pt idx="72">
                  <c:v>0.1</c:v>
                </c:pt>
                <c:pt idx="73">
                  <c:v>0.15</c:v>
                </c:pt>
                <c:pt idx="74">
                  <c:v>0.2</c:v>
                </c:pt>
                <c:pt idx="75">
                  <c:v>0.25</c:v>
                </c:pt>
                <c:pt idx="76">
                  <c:v>0.3</c:v>
                </c:pt>
                <c:pt idx="77">
                  <c:v>0.35</c:v>
                </c:pt>
                <c:pt idx="78">
                  <c:v>0.4</c:v>
                </c:pt>
                <c:pt idx="79">
                  <c:v>0.45</c:v>
                </c:pt>
                <c:pt idx="80">
                  <c:v>0.5</c:v>
                </c:pt>
                <c:pt idx="81">
                  <c:v>0.55</c:v>
                </c:pt>
                <c:pt idx="82">
                  <c:v>0.6</c:v>
                </c:pt>
                <c:pt idx="83">
                  <c:v>0.65</c:v>
                </c:pt>
                <c:pt idx="84">
                  <c:v>0.7</c:v>
                </c:pt>
                <c:pt idx="85">
                  <c:v>0.75</c:v>
                </c:pt>
                <c:pt idx="86">
                  <c:v>0.8</c:v>
                </c:pt>
                <c:pt idx="87">
                  <c:v>0.85</c:v>
                </c:pt>
                <c:pt idx="88">
                  <c:v>0.9</c:v>
                </c:pt>
                <c:pt idx="89">
                  <c:v>0.95</c:v>
                </c:pt>
                <c:pt idx="90">
                  <c:v>1</c:v>
                </c:pt>
                <c:pt idx="91">
                  <c:v>1.05</c:v>
                </c:pt>
                <c:pt idx="92">
                  <c:v>1.1</c:v>
                </c:pt>
                <c:pt idx="93">
                  <c:v>1.15</c:v>
                </c:pt>
                <c:pt idx="94">
                  <c:v>1.2</c:v>
                </c:pt>
                <c:pt idx="95">
                  <c:v>1.25</c:v>
                </c:pt>
                <c:pt idx="96">
                  <c:v>1.3</c:v>
                </c:pt>
                <c:pt idx="97">
                  <c:v>1.35</c:v>
                </c:pt>
                <c:pt idx="98">
                  <c:v>1.4</c:v>
                </c:pt>
                <c:pt idx="99">
                  <c:v>1.45</c:v>
                </c:pt>
                <c:pt idx="100">
                  <c:v>1.5</c:v>
                </c:pt>
                <c:pt idx="101">
                  <c:v>1.55</c:v>
                </c:pt>
                <c:pt idx="102">
                  <c:v>1.6</c:v>
                </c:pt>
                <c:pt idx="103">
                  <c:v>1.65</c:v>
                </c:pt>
                <c:pt idx="104">
                  <c:v>1.7</c:v>
                </c:pt>
                <c:pt idx="105">
                  <c:v>1.75</c:v>
                </c:pt>
                <c:pt idx="106">
                  <c:v>1.8</c:v>
                </c:pt>
                <c:pt idx="107">
                  <c:v>1.85</c:v>
                </c:pt>
                <c:pt idx="108">
                  <c:v>1.9</c:v>
                </c:pt>
                <c:pt idx="109">
                  <c:v>1.95</c:v>
                </c:pt>
                <c:pt idx="110">
                  <c:v>2</c:v>
                </c:pt>
                <c:pt idx="111">
                  <c:v>2.05</c:v>
                </c:pt>
                <c:pt idx="112">
                  <c:v>2.1</c:v>
                </c:pt>
                <c:pt idx="113">
                  <c:v>2.15</c:v>
                </c:pt>
                <c:pt idx="114">
                  <c:v>2.2</c:v>
                </c:pt>
                <c:pt idx="115">
                  <c:v>2.25</c:v>
                </c:pt>
                <c:pt idx="116">
                  <c:v>2.3</c:v>
                </c:pt>
                <c:pt idx="117">
                  <c:v>2.35</c:v>
                </c:pt>
                <c:pt idx="118">
                  <c:v>2.4</c:v>
                </c:pt>
                <c:pt idx="119">
                  <c:v>2.45</c:v>
                </c:pt>
                <c:pt idx="120">
                  <c:v>2.5</c:v>
                </c:pt>
                <c:pt idx="121">
                  <c:v>2.55</c:v>
                </c:pt>
                <c:pt idx="122">
                  <c:v>2.6</c:v>
                </c:pt>
                <c:pt idx="123">
                  <c:v>2.65</c:v>
                </c:pt>
                <c:pt idx="124">
                  <c:v>2.7</c:v>
                </c:pt>
                <c:pt idx="125">
                  <c:v>2.75</c:v>
                </c:pt>
                <c:pt idx="126">
                  <c:v>2.8</c:v>
                </c:pt>
                <c:pt idx="127">
                  <c:v>2.85</c:v>
                </c:pt>
                <c:pt idx="128">
                  <c:v>2.9</c:v>
                </c:pt>
                <c:pt idx="129">
                  <c:v>2.95</c:v>
                </c:pt>
                <c:pt idx="130">
                  <c:v>3</c:v>
                </c:pt>
                <c:pt idx="131">
                  <c:v>3.05</c:v>
                </c:pt>
                <c:pt idx="132">
                  <c:v>3.1</c:v>
                </c:pt>
                <c:pt idx="133">
                  <c:v>3.15</c:v>
                </c:pt>
                <c:pt idx="134">
                  <c:v>3.2</c:v>
                </c:pt>
                <c:pt idx="135">
                  <c:v>3.25</c:v>
                </c:pt>
                <c:pt idx="136">
                  <c:v>3.3</c:v>
                </c:pt>
                <c:pt idx="137">
                  <c:v>3.35</c:v>
                </c:pt>
                <c:pt idx="138">
                  <c:v>3.4</c:v>
                </c:pt>
                <c:pt idx="139">
                  <c:v>3.45</c:v>
                </c:pt>
                <c:pt idx="140">
                  <c:v>3.5</c:v>
                </c:pt>
              </c:numCache>
            </c:numRef>
          </c:xVal>
          <c:yVal>
            <c:numRef>
              <c:f>'Chart Data'!$B$2:$B$142</c:f>
              <c:numCache>
                <c:formatCode>0.0</c:formatCode>
                <c:ptCount val="141"/>
                <c:pt idx="0">
                  <c:v>9.46E-05</c:v>
                </c:pt>
                <c:pt idx="1">
                  <c:v>0.00011367</c:v>
                </c:pt>
                <c:pt idx="2">
                  <c:v>0.00013624</c:v>
                </c:pt>
                <c:pt idx="3">
                  <c:v>0.00016288</c:v>
                </c:pt>
                <c:pt idx="4">
                  <c:v>0.00019424</c:v>
                </c:pt>
                <c:pt idx="5">
                  <c:v>0.00023104</c:v>
                </c:pt>
                <c:pt idx="6">
                  <c:v>0.00027412</c:v>
                </c:pt>
                <c:pt idx="7">
                  <c:v>0.00032441</c:v>
                </c:pt>
                <c:pt idx="8">
                  <c:v>0.00038296</c:v>
                </c:pt>
                <c:pt idx="9">
                  <c:v>0.00045091</c:v>
                </c:pt>
                <c:pt idx="10">
                  <c:v>0.00052959</c:v>
                </c:pt>
                <c:pt idx="11">
                  <c:v>0.00062041</c:v>
                </c:pt>
                <c:pt idx="12">
                  <c:v>0.00072496</c:v>
                </c:pt>
                <c:pt idx="13">
                  <c:v>0.00084499</c:v>
                </c:pt>
                <c:pt idx="14">
                  <c:v>0.00098239</c:v>
                </c:pt>
                <c:pt idx="15">
                  <c:v>0.00113923</c:v>
                </c:pt>
                <c:pt idx="16">
                  <c:v>0.00131777</c:v>
                </c:pt>
                <c:pt idx="17">
                  <c:v>0.00152042</c:v>
                </c:pt>
                <c:pt idx="18">
                  <c:v>0.00174978</c:v>
                </c:pt>
                <c:pt idx="19">
                  <c:v>0.00200863</c:v>
                </c:pt>
                <c:pt idx="20">
                  <c:v>0.00229994</c:v>
                </c:pt>
                <c:pt idx="21">
                  <c:v>0.00262681</c:v>
                </c:pt>
                <c:pt idx="22">
                  <c:v>0.00299252</c:v>
                </c:pt>
                <c:pt idx="23">
                  <c:v>0.00340051</c:v>
                </c:pt>
                <c:pt idx="24">
                  <c:v>0.00385432</c:v>
                </c:pt>
                <c:pt idx="25">
                  <c:v>0.00435761</c:v>
                </c:pt>
                <c:pt idx="26">
                  <c:v>0.00491413</c:v>
                </c:pt>
                <c:pt idx="27">
                  <c:v>0.00552767</c:v>
                </c:pt>
                <c:pt idx="28">
                  <c:v>0.00620203</c:v>
                </c:pt>
                <c:pt idx="29">
                  <c:v>0.00694103</c:v>
                </c:pt>
                <c:pt idx="30">
                  <c:v>0.00774837</c:v>
                </c:pt>
                <c:pt idx="31">
                  <c:v>0.00862768</c:v>
                </c:pt>
                <c:pt idx="32">
                  <c:v>0.00958242</c:v>
                </c:pt>
                <c:pt idx="33">
                  <c:v>0.01061581</c:v>
                </c:pt>
                <c:pt idx="34">
                  <c:v>0.01173082</c:v>
                </c:pt>
                <c:pt idx="35">
                  <c:v>0.01293007</c:v>
                </c:pt>
                <c:pt idx="36">
                  <c:v>0.01421578</c:v>
                </c:pt>
                <c:pt idx="37">
                  <c:v>0.01558969</c:v>
                </c:pt>
                <c:pt idx="38">
                  <c:v>0.01705302</c:v>
                </c:pt>
                <c:pt idx="39">
                  <c:v>0.0186064</c:v>
                </c:pt>
                <c:pt idx="40">
                  <c:v>0.0202498</c:v>
                </c:pt>
                <c:pt idx="41">
                  <c:v>0.02198245</c:v>
                </c:pt>
                <c:pt idx="42">
                  <c:v>0.02380284</c:v>
                </c:pt>
                <c:pt idx="43">
                  <c:v>0.0257086</c:v>
                </c:pt>
                <c:pt idx="44">
                  <c:v>0.02769653</c:v>
                </c:pt>
                <c:pt idx="45">
                  <c:v>0.0297625</c:v>
                </c:pt>
                <c:pt idx="46">
                  <c:v>0.03190147</c:v>
                </c:pt>
                <c:pt idx="47">
                  <c:v>0.03410744</c:v>
                </c:pt>
                <c:pt idx="48">
                  <c:v>0.03637346</c:v>
                </c:pt>
                <c:pt idx="49">
                  <c:v>0.03869166</c:v>
                </c:pt>
                <c:pt idx="50">
                  <c:v>0.04105322</c:v>
                </c:pt>
                <c:pt idx="51">
                  <c:v>0.04344844</c:v>
                </c:pt>
                <c:pt idx="52">
                  <c:v>0.0458668</c:v>
                </c:pt>
                <c:pt idx="53">
                  <c:v>0.04829696</c:v>
                </c:pt>
                <c:pt idx="54">
                  <c:v>0.0507269</c:v>
                </c:pt>
                <c:pt idx="55">
                  <c:v>0.05314397</c:v>
                </c:pt>
                <c:pt idx="56">
                  <c:v>0.05553501</c:v>
                </c:pt>
                <c:pt idx="57">
                  <c:v>0.05788644</c:v>
                </c:pt>
                <c:pt idx="58">
                  <c:v>0.06018441</c:v>
                </c:pt>
                <c:pt idx="59">
                  <c:v>0.0624149</c:v>
                </c:pt>
                <c:pt idx="60">
                  <c:v>0.0645639</c:v>
                </c:pt>
                <c:pt idx="61">
                  <c:v>0.06661751</c:v>
                </c:pt>
                <c:pt idx="62">
                  <c:v>0.06856212</c:v>
                </c:pt>
                <c:pt idx="63">
                  <c:v>0.07038453</c:v>
                </c:pt>
                <c:pt idx="64">
                  <c:v>0.07207212</c:v>
                </c:pt>
                <c:pt idx="65">
                  <c:v>0.07361302</c:v>
                </c:pt>
                <c:pt idx="66">
                  <c:v>0.07499617</c:v>
                </c:pt>
                <c:pt idx="67">
                  <c:v>0.07621153</c:v>
                </c:pt>
                <c:pt idx="68">
                  <c:v>0.07725017</c:v>
                </c:pt>
                <c:pt idx="69">
                  <c:v>0.07810438</c:v>
                </c:pt>
                <c:pt idx="70">
                  <c:v>0.07876775</c:v>
                </c:pt>
                <c:pt idx="71">
                  <c:v>0.0792353</c:v>
                </c:pt>
                <c:pt idx="72">
                  <c:v>0.07950348</c:v>
                </c:pt>
                <c:pt idx="73">
                  <c:v>0.07957025</c:v>
                </c:pt>
                <c:pt idx="74">
                  <c:v>0.0794351</c:v>
                </c:pt>
                <c:pt idx="75">
                  <c:v>0.07909906</c:v>
                </c:pt>
                <c:pt idx="76">
                  <c:v>0.07856469</c:v>
                </c:pt>
                <c:pt idx="77">
                  <c:v>0.07783602</c:v>
                </c:pt>
                <c:pt idx="78">
                  <c:v>0.07691853</c:v>
                </c:pt>
                <c:pt idx="79">
                  <c:v>0.07581908</c:v>
                </c:pt>
                <c:pt idx="80">
                  <c:v>0.07454581</c:v>
                </c:pt>
                <c:pt idx="81">
                  <c:v>0.07310803</c:v>
                </c:pt>
                <c:pt idx="82">
                  <c:v>0.07151615</c:v>
                </c:pt>
                <c:pt idx="83">
                  <c:v>0.0697815</c:v>
                </c:pt>
                <c:pt idx="84">
                  <c:v>0.06791624</c:v>
                </c:pt>
                <c:pt idx="85">
                  <c:v>0.0659332</c:v>
                </c:pt>
                <c:pt idx="86">
                  <c:v>0.06384572</c:v>
                </c:pt>
                <c:pt idx="87">
                  <c:v>0.06166754</c:v>
                </c:pt>
                <c:pt idx="88">
                  <c:v>0.05941261</c:v>
                </c:pt>
                <c:pt idx="89">
                  <c:v>0.05709496</c:v>
                </c:pt>
                <c:pt idx="90">
                  <c:v>0.05472857</c:v>
                </c:pt>
                <c:pt idx="91">
                  <c:v>0.05232721</c:v>
                </c:pt>
                <c:pt idx="92">
                  <c:v>0.04990433</c:v>
                </c:pt>
                <c:pt idx="93">
                  <c:v>0.04747292</c:v>
                </c:pt>
                <c:pt idx="94">
                  <c:v>0.04504545</c:v>
                </c:pt>
                <c:pt idx="95">
                  <c:v>0.0426337</c:v>
                </c:pt>
                <c:pt idx="96">
                  <c:v>0.04024874</c:v>
                </c:pt>
                <c:pt idx="97">
                  <c:v>0.03790083</c:v>
                </c:pt>
                <c:pt idx="98">
                  <c:v>0.03559937</c:v>
                </c:pt>
                <c:pt idx="99">
                  <c:v>0.03335286</c:v>
                </c:pt>
                <c:pt idx="100">
                  <c:v>0.03116887</c:v>
                </c:pt>
                <c:pt idx="101">
                  <c:v>0.02905401</c:v>
                </c:pt>
                <c:pt idx="102">
                  <c:v>0.02701397</c:v>
                </c:pt>
                <c:pt idx="103">
                  <c:v>0.02505346</c:v>
                </c:pt>
                <c:pt idx="104">
                  <c:v>0.02317631</c:v>
                </c:pt>
                <c:pt idx="105">
                  <c:v>0.02138543</c:v>
                </c:pt>
                <c:pt idx="106">
                  <c:v>0.01968289</c:v>
                </c:pt>
                <c:pt idx="107">
                  <c:v>0.01806995</c:v>
                </c:pt>
                <c:pt idx="108">
                  <c:v>0.01654711</c:v>
                </c:pt>
                <c:pt idx="109">
                  <c:v>0.01511418</c:v>
                </c:pt>
                <c:pt idx="110">
                  <c:v>0.01377032</c:v>
                </c:pt>
                <c:pt idx="111">
                  <c:v>0.01251413</c:v>
                </c:pt>
                <c:pt idx="112">
                  <c:v>0.0113437</c:v>
                </c:pt>
                <c:pt idx="113">
                  <c:v>0.01025665</c:v>
                </c:pt>
                <c:pt idx="114">
                  <c:v>0.00925026</c:v>
                </c:pt>
                <c:pt idx="115">
                  <c:v>0.00832145</c:v>
                </c:pt>
                <c:pt idx="116">
                  <c:v>0.00746692</c:v>
                </c:pt>
                <c:pt idx="117">
                  <c:v>0.00668315</c:v>
                </c:pt>
                <c:pt idx="118">
                  <c:v>0.00596648</c:v>
                </c:pt>
                <c:pt idx="119">
                  <c:v>0.00531315</c:v>
                </c:pt>
                <c:pt idx="120">
                  <c:v>0.00471936</c:v>
                </c:pt>
                <c:pt idx="121">
                  <c:v>0.0041813</c:v>
                </c:pt>
                <c:pt idx="122">
                  <c:v>0.00369519</c:v>
                </c:pt>
                <c:pt idx="123">
                  <c:v>0.00325731</c:v>
                </c:pt>
                <c:pt idx="124">
                  <c:v>0.00286404</c:v>
                </c:pt>
                <c:pt idx="125">
                  <c:v>0.00251187</c:v>
                </c:pt>
                <c:pt idx="126">
                  <c:v>0.00219741</c:v>
                </c:pt>
                <c:pt idx="127">
                  <c:v>0.00191744</c:v>
                </c:pt>
                <c:pt idx="128">
                  <c:v>0.0016689</c:v>
                </c:pt>
                <c:pt idx="129">
                  <c:v>0.00144889</c:v>
                </c:pt>
                <c:pt idx="130">
                  <c:v>0.0012547</c:v>
                </c:pt>
                <c:pt idx="131">
                  <c:v>0.00108377</c:v>
                </c:pt>
                <c:pt idx="132">
                  <c:v>0.00093376</c:v>
                </c:pt>
                <c:pt idx="133">
                  <c:v>0.00080247</c:v>
                </c:pt>
                <c:pt idx="134">
                  <c:v>0.00068789</c:v>
                </c:pt>
                <c:pt idx="135">
                  <c:v>0.00058818</c:v>
                </c:pt>
                <c:pt idx="136">
                  <c:v>0.00050164</c:v>
                </c:pt>
                <c:pt idx="137">
                  <c:v>0.00042675</c:v>
                </c:pt>
                <c:pt idx="138">
                  <c:v>0.00036212</c:v>
                </c:pt>
                <c:pt idx="139">
                  <c:v>0.0003065</c:v>
                </c:pt>
                <c:pt idx="140">
                  <c:v>0.00025877</c:v>
                </c:pt>
              </c:numCache>
            </c:numRef>
          </c:yVal>
        </c:ser>
        <c:ser>
          <c:idx val="1"/>
          <c:order val="1"/>
          <c:tx>
            <c:v>성분 2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4288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Data'!$C$2:$C$142</c:f>
              <c:numCache>
                <c:formatCode>General</c:formatCode>
                <c:ptCount val="141"/>
                <c:pt idx="0">
                  <c:v>-3.5</c:v>
                </c:pt>
                <c:pt idx="1">
                  <c:v>-3.45</c:v>
                </c:pt>
                <c:pt idx="2">
                  <c:v>-3.4</c:v>
                </c:pt>
                <c:pt idx="3">
                  <c:v>-3.35</c:v>
                </c:pt>
                <c:pt idx="4">
                  <c:v>-3.3</c:v>
                </c:pt>
                <c:pt idx="5">
                  <c:v>-3.25</c:v>
                </c:pt>
                <c:pt idx="6">
                  <c:v>-3.2</c:v>
                </c:pt>
                <c:pt idx="7">
                  <c:v>-3.15</c:v>
                </c:pt>
                <c:pt idx="8">
                  <c:v>-3.1</c:v>
                </c:pt>
                <c:pt idx="9">
                  <c:v>-3.05</c:v>
                </c:pt>
                <c:pt idx="10">
                  <c:v>-3</c:v>
                </c:pt>
                <c:pt idx="11">
                  <c:v>-2.95</c:v>
                </c:pt>
                <c:pt idx="12">
                  <c:v>-2.9</c:v>
                </c:pt>
                <c:pt idx="13">
                  <c:v>-2.85</c:v>
                </c:pt>
                <c:pt idx="14">
                  <c:v>-2.8</c:v>
                </c:pt>
                <c:pt idx="15">
                  <c:v>-2.75</c:v>
                </c:pt>
                <c:pt idx="16">
                  <c:v>-2.7</c:v>
                </c:pt>
                <c:pt idx="17">
                  <c:v>-2.65</c:v>
                </c:pt>
                <c:pt idx="18">
                  <c:v>-2.6</c:v>
                </c:pt>
                <c:pt idx="19">
                  <c:v>-2.55</c:v>
                </c:pt>
                <c:pt idx="20">
                  <c:v>-2.5</c:v>
                </c:pt>
                <c:pt idx="21">
                  <c:v>-2.45</c:v>
                </c:pt>
                <c:pt idx="22">
                  <c:v>-2.4</c:v>
                </c:pt>
                <c:pt idx="23">
                  <c:v>-2.35</c:v>
                </c:pt>
                <c:pt idx="24">
                  <c:v>-2.3</c:v>
                </c:pt>
                <c:pt idx="25">
                  <c:v>-2.25</c:v>
                </c:pt>
                <c:pt idx="26">
                  <c:v>-2.2</c:v>
                </c:pt>
                <c:pt idx="27">
                  <c:v>-2.15</c:v>
                </c:pt>
                <c:pt idx="28">
                  <c:v>-2.1</c:v>
                </c:pt>
                <c:pt idx="29">
                  <c:v>-2.05</c:v>
                </c:pt>
                <c:pt idx="30">
                  <c:v>-2</c:v>
                </c:pt>
                <c:pt idx="31">
                  <c:v>-1.95</c:v>
                </c:pt>
                <c:pt idx="32">
                  <c:v>-1.9</c:v>
                </c:pt>
                <c:pt idx="33">
                  <c:v>-1.85</c:v>
                </c:pt>
                <c:pt idx="34">
                  <c:v>-1.8</c:v>
                </c:pt>
                <c:pt idx="35">
                  <c:v>-1.75</c:v>
                </c:pt>
                <c:pt idx="36">
                  <c:v>-1.7</c:v>
                </c:pt>
                <c:pt idx="37">
                  <c:v>-1.65</c:v>
                </c:pt>
                <c:pt idx="38">
                  <c:v>-1.6</c:v>
                </c:pt>
                <c:pt idx="39">
                  <c:v>-1.55</c:v>
                </c:pt>
                <c:pt idx="40">
                  <c:v>-1.5</c:v>
                </c:pt>
                <c:pt idx="41">
                  <c:v>-1.45</c:v>
                </c:pt>
                <c:pt idx="42">
                  <c:v>-1.4</c:v>
                </c:pt>
                <c:pt idx="43">
                  <c:v>-1.35</c:v>
                </c:pt>
                <c:pt idx="44">
                  <c:v>-1.3</c:v>
                </c:pt>
                <c:pt idx="45">
                  <c:v>-1.25</c:v>
                </c:pt>
                <c:pt idx="46">
                  <c:v>-1.2</c:v>
                </c:pt>
                <c:pt idx="47">
                  <c:v>-1.15</c:v>
                </c:pt>
                <c:pt idx="48">
                  <c:v>-1.1</c:v>
                </c:pt>
                <c:pt idx="49">
                  <c:v>-1.05</c:v>
                </c:pt>
                <c:pt idx="50">
                  <c:v>-1</c:v>
                </c:pt>
                <c:pt idx="51">
                  <c:v>-0.95</c:v>
                </c:pt>
                <c:pt idx="52">
                  <c:v>-0.9</c:v>
                </c:pt>
                <c:pt idx="53">
                  <c:v>-0.85</c:v>
                </c:pt>
                <c:pt idx="54">
                  <c:v>-0.8</c:v>
                </c:pt>
                <c:pt idx="55">
                  <c:v>-0.75</c:v>
                </c:pt>
                <c:pt idx="56">
                  <c:v>-0.7</c:v>
                </c:pt>
                <c:pt idx="57">
                  <c:v>-0.65</c:v>
                </c:pt>
                <c:pt idx="58">
                  <c:v>-0.6</c:v>
                </c:pt>
                <c:pt idx="59">
                  <c:v>-0.55</c:v>
                </c:pt>
                <c:pt idx="60">
                  <c:v>-0.5</c:v>
                </c:pt>
                <c:pt idx="61">
                  <c:v>-0.45</c:v>
                </c:pt>
                <c:pt idx="62">
                  <c:v>-0.4</c:v>
                </c:pt>
                <c:pt idx="63">
                  <c:v>-0.35</c:v>
                </c:pt>
                <c:pt idx="64">
                  <c:v>-0.3</c:v>
                </c:pt>
                <c:pt idx="65">
                  <c:v>-0.25</c:v>
                </c:pt>
                <c:pt idx="66">
                  <c:v>-0.2</c:v>
                </c:pt>
                <c:pt idx="67">
                  <c:v>-0.15</c:v>
                </c:pt>
                <c:pt idx="68">
                  <c:v>-0.1</c:v>
                </c:pt>
                <c:pt idx="69">
                  <c:v>-0.05</c:v>
                </c:pt>
                <c:pt idx="70">
                  <c:v>0</c:v>
                </c:pt>
                <c:pt idx="71">
                  <c:v>0.05</c:v>
                </c:pt>
                <c:pt idx="72">
                  <c:v>0.1</c:v>
                </c:pt>
                <c:pt idx="73">
                  <c:v>0.15</c:v>
                </c:pt>
                <c:pt idx="74">
                  <c:v>0.2</c:v>
                </c:pt>
                <c:pt idx="75">
                  <c:v>0.25</c:v>
                </c:pt>
                <c:pt idx="76">
                  <c:v>0.3</c:v>
                </c:pt>
                <c:pt idx="77">
                  <c:v>0.35</c:v>
                </c:pt>
                <c:pt idx="78">
                  <c:v>0.4</c:v>
                </c:pt>
                <c:pt idx="79">
                  <c:v>0.45</c:v>
                </c:pt>
                <c:pt idx="80">
                  <c:v>0.5</c:v>
                </c:pt>
                <c:pt idx="81">
                  <c:v>0.55</c:v>
                </c:pt>
                <c:pt idx="82">
                  <c:v>0.6</c:v>
                </c:pt>
                <c:pt idx="83">
                  <c:v>0.65</c:v>
                </c:pt>
                <c:pt idx="84">
                  <c:v>0.7</c:v>
                </c:pt>
                <c:pt idx="85">
                  <c:v>0.75</c:v>
                </c:pt>
                <c:pt idx="86">
                  <c:v>0.8</c:v>
                </c:pt>
                <c:pt idx="87">
                  <c:v>0.85</c:v>
                </c:pt>
                <c:pt idx="88">
                  <c:v>0.9</c:v>
                </c:pt>
                <c:pt idx="89">
                  <c:v>0.95</c:v>
                </c:pt>
                <c:pt idx="90">
                  <c:v>1</c:v>
                </c:pt>
                <c:pt idx="91">
                  <c:v>1.05</c:v>
                </c:pt>
                <c:pt idx="92">
                  <c:v>1.1</c:v>
                </c:pt>
                <c:pt idx="93">
                  <c:v>1.15</c:v>
                </c:pt>
                <c:pt idx="94">
                  <c:v>1.2</c:v>
                </c:pt>
                <c:pt idx="95">
                  <c:v>1.25</c:v>
                </c:pt>
                <c:pt idx="96">
                  <c:v>1.3</c:v>
                </c:pt>
                <c:pt idx="97">
                  <c:v>1.35</c:v>
                </c:pt>
                <c:pt idx="98">
                  <c:v>1.4</c:v>
                </c:pt>
                <c:pt idx="99">
                  <c:v>1.45</c:v>
                </c:pt>
                <c:pt idx="100">
                  <c:v>1.5</c:v>
                </c:pt>
                <c:pt idx="101">
                  <c:v>1.55</c:v>
                </c:pt>
                <c:pt idx="102">
                  <c:v>1.6</c:v>
                </c:pt>
                <c:pt idx="103">
                  <c:v>1.65</c:v>
                </c:pt>
                <c:pt idx="104">
                  <c:v>1.7</c:v>
                </c:pt>
                <c:pt idx="105">
                  <c:v>1.75</c:v>
                </c:pt>
                <c:pt idx="106">
                  <c:v>1.8</c:v>
                </c:pt>
                <c:pt idx="107">
                  <c:v>1.85</c:v>
                </c:pt>
                <c:pt idx="108">
                  <c:v>1.9</c:v>
                </c:pt>
                <c:pt idx="109">
                  <c:v>1.95</c:v>
                </c:pt>
                <c:pt idx="110">
                  <c:v>2</c:v>
                </c:pt>
                <c:pt idx="111">
                  <c:v>2.05</c:v>
                </c:pt>
                <c:pt idx="112">
                  <c:v>2.1</c:v>
                </c:pt>
                <c:pt idx="113">
                  <c:v>2.15</c:v>
                </c:pt>
                <c:pt idx="114">
                  <c:v>2.2</c:v>
                </c:pt>
                <c:pt idx="115">
                  <c:v>2.25</c:v>
                </c:pt>
                <c:pt idx="116">
                  <c:v>2.3</c:v>
                </c:pt>
                <c:pt idx="117">
                  <c:v>2.35</c:v>
                </c:pt>
                <c:pt idx="118">
                  <c:v>2.4</c:v>
                </c:pt>
                <c:pt idx="119">
                  <c:v>2.45</c:v>
                </c:pt>
                <c:pt idx="120">
                  <c:v>2.5</c:v>
                </c:pt>
                <c:pt idx="121">
                  <c:v>2.55</c:v>
                </c:pt>
                <c:pt idx="122">
                  <c:v>2.6</c:v>
                </c:pt>
                <c:pt idx="123">
                  <c:v>2.65</c:v>
                </c:pt>
                <c:pt idx="124">
                  <c:v>2.7</c:v>
                </c:pt>
                <c:pt idx="125">
                  <c:v>2.75</c:v>
                </c:pt>
                <c:pt idx="126">
                  <c:v>2.8</c:v>
                </c:pt>
                <c:pt idx="127">
                  <c:v>2.85</c:v>
                </c:pt>
                <c:pt idx="128">
                  <c:v>2.9</c:v>
                </c:pt>
                <c:pt idx="129">
                  <c:v>2.95</c:v>
                </c:pt>
                <c:pt idx="130">
                  <c:v>3</c:v>
                </c:pt>
                <c:pt idx="131">
                  <c:v>3.05</c:v>
                </c:pt>
                <c:pt idx="132">
                  <c:v>3.1</c:v>
                </c:pt>
                <c:pt idx="133">
                  <c:v>3.15</c:v>
                </c:pt>
                <c:pt idx="134">
                  <c:v>3.2</c:v>
                </c:pt>
                <c:pt idx="135">
                  <c:v>3.25</c:v>
                </c:pt>
                <c:pt idx="136">
                  <c:v>3.3</c:v>
                </c:pt>
                <c:pt idx="137">
                  <c:v>3.35</c:v>
                </c:pt>
                <c:pt idx="138">
                  <c:v>3.4</c:v>
                </c:pt>
                <c:pt idx="139">
                  <c:v>3.45</c:v>
                </c:pt>
                <c:pt idx="140">
                  <c:v>3.5</c:v>
                </c:pt>
              </c:numCache>
            </c:numRef>
          </c:xVal>
          <c:yVal>
            <c:numRef>
              <c:f>'Chart Data'!$D$2:$D$142</c:f>
              <c:numCache>
                <c:formatCode>0.0</c:formatCode>
                <c:ptCount val="141"/>
                <c:pt idx="0">
                  <c:v>0.0004307</c:v>
                </c:pt>
                <c:pt idx="1">
                  <c:v>0.00048981</c:v>
                </c:pt>
                <c:pt idx="2">
                  <c:v>0.00055608</c:v>
                </c:pt>
                <c:pt idx="3">
                  <c:v>0.00063021</c:v>
                </c:pt>
                <c:pt idx="4">
                  <c:v>0.00071298</c:v>
                </c:pt>
                <c:pt idx="5">
                  <c:v>0.00080522</c:v>
                </c:pt>
                <c:pt idx="6">
                  <c:v>0.00090783</c:v>
                </c:pt>
                <c:pt idx="7">
                  <c:v>0.00102173</c:v>
                </c:pt>
                <c:pt idx="8">
                  <c:v>0.00114792</c:v>
                </c:pt>
                <c:pt idx="9">
                  <c:v>0.00128747</c:v>
                </c:pt>
                <c:pt idx="10">
                  <c:v>0.00144147</c:v>
                </c:pt>
                <c:pt idx="11">
                  <c:v>0.00161109</c:v>
                </c:pt>
                <c:pt idx="12">
                  <c:v>0.00179755</c:v>
                </c:pt>
                <c:pt idx="13">
                  <c:v>0.0020021</c:v>
                </c:pt>
                <c:pt idx="14">
                  <c:v>0.00222607</c:v>
                </c:pt>
                <c:pt idx="15">
                  <c:v>0.0024708</c:v>
                </c:pt>
                <c:pt idx="16">
                  <c:v>0.00273767</c:v>
                </c:pt>
                <c:pt idx="17">
                  <c:v>0.0030281</c:v>
                </c:pt>
                <c:pt idx="18">
                  <c:v>0.00334354</c:v>
                </c:pt>
                <c:pt idx="19">
                  <c:v>0.00368543</c:v>
                </c:pt>
                <c:pt idx="20">
                  <c:v>0.00405522</c:v>
                </c:pt>
                <c:pt idx="21">
                  <c:v>0.00445439</c:v>
                </c:pt>
                <c:pt idx="22">
                  <c:v>0.00488435</c:v>
                </c:pt>
                <c:pt idx="23">
                  <c:v>0.00534652</c:v>
                </c:pt>
                <c:pt idx="24">
                  <c:v>0.00584227</c:v>
                </c:pt>
                <c:pt idx="25">
                  <c:v>0.00637291</c:v>
                </c:pt>
                <c:pt idx="26">
                  <c:v>0.00693969</c:v>
                </c:pt>
                <c:pt idx="27">
                  <c:v>0.00754375</c:v>
                </c:pt>
                <c:pt idx="28">
                  <c:v>0.00818618</c:v>
                </c:pt>
                <c:pt idx="29">
                  <c:v>0.0088679</c:v>
                </c:pt>
                <c:pt idx="30">
                  <c:v>0.00958972</c:v>
                </c:pt>
                <c:pt idx="31">
                  <c:v>0.0103523</c:v>
                </c:pt>
                <c:pt idx="32">
                  <c:v>0.01115613</c:v>
                </c:pt>
                <c:pt idx="33">
                  <c:v>0.01200152</c:v>
                </c:pt>
                <c:pt idx="34">
                  <c:v>0.01288857</c:v>
                </c:pt>
                <c:pt idx="35">
                  <c:v>0.01381716</c:v>
                </c:pt>
                <c:pt idx="36">
                  <c:v>0.01478696</c:v>
                </c:pt>
                <c:pt idx="37">
                  <c:v>0.01579737</c:v>
                </c:pt>
                <c:pt idx="38">
                  <c:v>0.01684754</c:v>
                </c:pt>
                <c:pt idx="39">
                  <c:v>0.01793634</c:v>
                </c:pt>
                <c:pt idx="40">
                  <c:v>0.01906238</c:v>
                </c:pt>
                <c:pt idx="41">
                  <c:v>0.02022396</c:v>
                </c:pt>
                <c:pt idx="42">
                  <c:v>0.02141909</c:v>
                </c:pt>
                <c:pt idx="43">
                  <c:v>0.02264549</c:v>
                </c:pt>
                <c:pt idx="44">
                  <c:v>0.02390057</c:v>
                </c:pt>
                <c:pt idx="45">
                  <c:v>0.02518144</c:v>
                </c:pt>
                <c:pt idx="46">
                  <c:v>0.02648492</c:v>
                </c:pt>
                <c:pt idx="47">
                  <c:v>0.02780754</c:v>
                </c:pt>
                <c:pt idx="48">
                  <c:v>0.02914555</c:v>
                </c:pt>
                <c:pt idx="49">
                  <c:v>0.03049494</c:v>
                </c:pt>
                <c:pt idx="50">
                  <c:v>0.03185144</c:v>
                </c:pt>
                <c:pt idx="51">
                  <c:v>0.03321056</c:v>
                </c:pt>
                <c:pt idx="52">
                  <c:v>0.03456759</c:v>
                </c:pt>
                <c:pt idx="53">
                  <c:v>0.03591764</c:v>
                </c:pt>
                <c:pt idx="54">
                  <c:v>0.03725567</c:v>
                </c:pt>
                <c:pt idx="55">
                  <c:v>0.03857649</c:v>
                </c:pt>
                <c:pt idx="56">
                  <c:v>0.03987483</c:v>
                </c:pt>
                <c:pt idx="57">
                  <c:v>0.04114535</c:v>
                </c:pt>
                <c:pt idx="58">
                  <c:v>0.04238269</c:v>
                </c:pt>
                <c:pt idx="59">
                  <c:v>0.04358149</c:v>
                </c:pt>
                <c:pt idx="60">
                  <c:v>0.04473644</c:v>
                </c:pt>
                <c:pt idx="61">
                  <c:v>0.04584232</c:v>
                </c:pt>
                <c:pt idx="62">
                  <c:v>0.04689403</c:v>
                </c:pt>
                <c:pt idx="63">
                  <c:v>0.04788664</c:v>
                </c:pt>
                <c:pt idx="64">
                  <c:v>0.04881541</c:v>
                </c:pt>
                <c:pt idx="65">
                  <c:v>0.04967586</c:v>
                </c:pt>
                <c:pt idx="66">
                  <c:v>0.05046375</c:v>
                </c:pt>
                <c:pt idx="67">
                  <c:v>0.0511752</c:v>
                </c:pt>
                <c:pt idx="68">
                  <c:v>0.05180663</c:v>
                </c:pt>
                <c:pt idx="69">
                  <c:v>0.05235486</c:v>
                </c:pt>
                <c:pt idx="70">
                  <c:v>0.05281708</c:v>
                </c:pt>
                <c:pt idx="71">
                  <c:v>0.05319093</c:v>
                </c:pt>
                <c:pt idx="72">
                  <c:v>0.05347449</c:v>
                </c:pt>
                <c:pt idx="73">
                  <c:v>0.05366628</c:v>
                </c:pt>
                <c:pt idx="74">
                  <c:v>0.0537653</c:v>
                </c:pt>
                <c:pt idx="75">
                  <c:v>0.05377105</c:v>
                </c:pt>
                <c:pt idx="76">
                  <c:v>0.0536835</c:v>
                </c:pt>
                <c:pt idx="77">
                  <c:v>0.05350309</c:v>
                </c:pt>
                <c:pt idx="78">
                  <c:v>0.05323076</c:v>
                </c:pt>
                <c:pt idx="79">
                  <c:v>0.05286794</c:v>
                </c:pt>
                <c:pt idx="80">
                  <c:v>0.05241648</c:v>
                </c:pt>
                <c:pt idx="81">
                  <c:v>0.0518787</c:v>
                </c:pt>
                <c:pt idx="82">
                  <c:v>0.05125735</c:v>
                </c:pt>
                <c:pt idx="83">
                  <c:v>0.05055557</c:v>
                </c:pt>
                <c:pt idx="84">
                  <c:v>0.04977689</c:v>
                </c:pt>
                <c:pt idx="85">
                  <c:v>0.04892516</c:v>
                </c:pt>
                <c:pt idx="86">
                  <c:v>0.04800456</c:v>
                </c:pt>
                <c:pt idx="87">
                  <c:v>0.04701957</c:v>
                </c:pt>
                <c:pt idx="88">
                  <c:v>0.04597487</c:v>
                </c:pt>
                <c:pt idx="89">
                  <c:v>0.04487539</c:v>
                </c:pt>
                <c:pt idx="90">
                  <c:v>0.0437262</c:v>
                </c:pt>
                <c:pt idx="91">
                  <c:v>0.04253252</c:v>
                </c:pt>
                <c:pt idx="92">
                  <c:v>0.04129964</c:v>
                </c:pt>
                <c:pt idx="93">
                  <c:v>0.04003291</c:v>
                </c:pt>
                <c:pt idx="94">
                  <c:v>0.03873771</c:v>
                </c:pt>
                <c:pt idx="95">
                  <c:v>0.03741937</c:v>
                </c:pt>
                <c:pt idx="96">
                  <c:v>0.03608318</c:v>
                </c:pt>
                <c:pt idx="97">
                  <c:v>0.03473433</c:v>
                </c:pt>
                <c:pt idx="98">
                  <c:v>0.03337789</c:v>
                </c:pt>
                <c:pt idx="99">
                  <c:v>0.03201877</c:v>
                </c:pt>
                <c:pt idx="100">
                  <c:v>0.0306617</c:v>
                </c:pt>
                <c:pt idx="101">
                  <c:v>0.0293112</c:v>
                </c:pt>
                <c:pt idx="102">
                  <c:v>0.02797157</c:v>
                </c:pt>
                <c:pt idx="103">
                  <c:v>0.02664684</c:v>
                </c:pt>
                <c:pt idx="104">
                  <c:v>0.02534081</c:v>
                </c:pt>
                <c:pt idx="105">
                  <c:v>0.02405698</c:v>
                </c:pt>
                <c:pt idx="106">
                  <c:v>0.02279857</c:v>
                </c:pt>
                <c:pt idx="107">
                  <c:v>0.02156849</c:v>
                </c:pt>
                <c:pt idx="108">
                  <c:v>0.02036938</c:v>
                </c:pt>
                <c:pt idx="109">
                  <c:v>0.01920355</c:v>
                </c:pt>
                <c:pt idx="110">
                  <c:v>0.01807304</c:v>
                </c:pt>
                <c:pt idx="111">
                  <c:v>0.01697957</c:v>
                </c:pt>
                <c:pt idx="112">
                  <c:v>0.01592458</c:v>
                </c:pt>
                <c:pt idx="113">
                  <c:v>0.01490922</c:v>
                </c:pt>
                <c:pt idx="114">
                  <c:v>0.01393438</c:v>
                </c:pt>
                <c:pt idx="115">
                  <c:v>0.01300069</c:v>
                </c:pt>
                <c:pt idx="116">
                  <c:v>0.01210851</c:v>
                </c:pt>
                <c:pt idx="117">
                  <c:v>0.011258</c:v>
                </c:pt>
                <c:pt idx="118">
                  <c:v>0.01044906</c:v>
                </c:pt>
                <c:pt idx="119">
                  <c:v>0.00968142</c:v>
                </c:pt>
                <c:pt idx="120">
                  <c:v>0.00895461</c:v>
                </c:pt>
                <c:pt idx="121">
                  <c:v>0.008268</c:v>
                </c:pt>
                <c:pt idx="122">
                  <c:v>0.00762078</c:v>
                </c:pt>
                <c:pt idx="123">
                  <c:v>0.00701204</c:v>
                </c:pt>
                <c:pt idx="124">
                  <c:v>0.00644074</c:v>
                </c:pt>
                <c:pt idx="125">
                  <c:v>0.00590571</c:v>
                </c:pt>
                <c:pt idx="126">
                  <c:v>0.00540573</c:v>
                </c:pt>
                <c:pt idx="127">
                  <c:v>0.0049395</c:v>
                </c:pt>
                <c:pt idx="128">
                  <c:v>0.00450565</c:v>
                </c:pt>
                <c:pt idx="129">
                  <c:v>0.00410277</c:v>
                </c:pt>
                <c:pt idx="130">
                  <c:v>0.00372943</c:v>
                </c:pt>
                <c:pt idx="131">
                  <c:v>0.00338419</c:v>
                </c:pt>
                <c:pt idx="132">
                  <c:v>0.00306557</c:v>
                </c:pt>
                <c:pt idx="133">
                  <c:v>0.00277214</c:v>
                </c:pt>
                <c:pt idx="134">
                  <c:v>0.00250244</c:v>
                </c:pt>
                <c:pt idx="135">
                  <c:v>0.00225506</c:v>
                </c:pt>
                <c:pt idx="136">
                  <c:v>0.00202861</c:v>
                </c:pt>
                <c:pt idx="137">
                  <c:v>0.00182174</c:v>
                </c:pt>
                <c:pt idx="138">
                  <c:v>0.00163312</c:v>
                </c:pt>
                <c:pt idx="139">
                  <c:v>0.00146149</c:v>
                </c:pt>
                <c:pt idx="140">
                  <c:v>0.00130563</c:v>
                </c:pt>
              </c:numCache>
            </c:numRef>
          </c:yVal>
        </c:ser>
        <c:ser>
          <c:idx val="2"/>
          <c:order val="2"/>
          <c:tx>
            <c:v>성분 3</c:v>
          </c:tx>
          <c:spPr>
            <a:solidFill xmlns:a="http://schemas.openxmlformats.org/drawingml/2006/main">
              <a:srgbClr val="7F8A95"/>
            </a:solidFill>
            <a:ln xmlns:a="http://schemas.openxmlformats.org/drawingml/2006/main" w="14288">
              <a:solidFill>
                <a:srgbClr val="7F8A95"/>
              </a:solidFill>
            </a:ln>
          </c:spPr>
          <c:marker>
            <c:symbol val="none"/>
            <c:size val="4"/>
          </c:marker>
          <c:xVal>
            <c:numRef>
              <c:f>'Chart Data'!$E$2:$E$142</c:f>
              <c:numCache>
                <c:formatCode>General</c:formatCode>
                <c:ptCount val="141"/>
                <c:pt idx="0">
                  <c:v>-3.5</c:v>
                </c:pt>
                <c:pt idx="1">
                  <c:v>-3.45</c:v>
                </c:pt>
                <c:pt idx="2">
                  <c:v>-3.4</c:v>
                </c:pt>
                <c:pt idx="3">
                  <c:v>-3.35</c:v>
                </c:pt>
                <c:pt idx="4">
                  <c:v>-3.3</c:v>
                </c:pt>
                <c:pt idx="5">
                  <c:v>-3.25</c:v>
                </c:pt>
                <c:pt idx="6">
                  <c:v>-3.2</c:v>
                </c:pt>
                <c:pt idx="7">
                  <c:v>-3.15</c:v>
                </c:pt>
                <c:pt idx="8">
                  <c:v>-3.1</c:v>
                </c:pt>
                <c:pt idx="9">
                  <c:v>-3.05</c:v>
                </c:pt>
                <c:pt idx="10">
                  <c:v>-3</c:v>
                </c:pt>
                <c:pt idx="11">
                  <c:v>-2.95</c:v>
                </c:pt>
                <c:pt idx="12">
                  <c:v>-2.9</c:v>
                </c:pt>
                <c:pt idx="13">
                  <c:v>-2.85</c:v>
                </c:pt>
                <c:pt idx="14">
                  <c:v>-2.8</c:v>
                </c:pt>
                <c:pt idx="15">
                  <c:v>-2.75</c:v>
                </c:pt>
                <c:pt idx="16">
                  <c:v>-2.7</c:v>
                </c:pt>
                <c:pt idx="17">
                  <c:v>-2.65</c:v>
                </c:pt>
                <c:pt idx="18">
                  <c:v>-2.6</c:v>
                </c:pt>
                <c:pt idx="19">
                  <c:v>-2.55</c:v>
                </c:pt>
                <c:pt idx="20">
                  <c:v>-2.5</c:v>
                </c:pt>
                <c:pt idx="21">
                  <c:v>-2.45</c:v>
                </c:pt>
                <c:pt idx="22">
                  <c:v>-2.4</c:v>
                </c:pt>
                <c:pt idx="23">
                  <c:v>-2.35</c:v>
                </c:pt>
                <c:pt idx="24">
                  <c:v>-2.3</c:v>
                </c:pt>
                <c:pt idx="25">
                  <c:v>-2.25</c:v>
                </c:pt>
                <c:pt idx="26">
                  <c:v>-2.2</c:v>
                </c:pt>
                <c:pt idx="27">
                  <c:v>-2.15</c:v>
                </c:pt>
                <c:pt idx="28">
                  <c:v>-2.1</c:v>
                </c:pt>
                <c:pt idx="29">
                  <c:v>-2.05</c:v>
                </c:pt>
                <c:pt idx="30">
                  <c:v>-2</c:v>
                </c:pt>
                <c:pt idx="31">
                  <c:v>-1.95</c:v>
                </c:pt>
                <c:pt idx="32">
                  <c:v>-1.9</c:v>
                </c:pt>
                <c:pt idx="33">
                  <c:v>-1.85</c:v>
                </c:pt>
                <c:pt idx="34">
                  <c:v>-1.8</c:v>
                </c:pt>
                <c:pt idx="35">
                  <c:v>-1.75</c:v>
                </c:pt>
                <c:pt idx="36">
                  <c:v>-1.7</c:v>
                </c:pt>
                <c:pt idx="37">
                  <c:v>-1.65</c:v>
                </c:pt>
                <c:pt idx="38">
                  <c:v>-1.6</c:v>
                </c:pt>
                <c:pt idx="39">
                  <c:v>-1.55</c:v>
                </c:pt>
                <c:pt idx="40">
                  <c:v>-1.5</c:v>
                </c:pt>
                <c:pt idx="41">
                  <c:v>-1.45</c:v>
                </c:pt>
                <c:pt idx="42">
                  <c:v>-1.4</c:v>
                </c:pt>
                <c:pt idx="43">
                  <c:v>-1.35</c:v>
                </c:pt>
                <c:pt idx="44">
                  <c:v>-1.3</c:v>
                </c:pt>
                <c:pt idx="45">
                  <c:v>-1.25</c:v>
                </c:pt>
                <c:pt idx="46">
                  <c:v>-1.2</c:v>
                </c:pt>
                <c:pt idx="47">
                  <c:v>-1.15</c:v>
                </c:pt>
                <c:pt idx="48">
                  <c:v>-1.1</c:v>
                </c:pt>
                <c:pt idx="49">
                  <c:v>-1.05</c:v>
                </c:pt>
                <c:pt idx="50">
                  <c:v>-1</c:v>
                </c:pt>
                <c:pt idx="51">
                  <c:v>-0.95</c:v>
                </c:pt>
                <c:pt idx="52">
                  <c:v>-0.9</c:v>
                </c:pt>
                <c:pt idx="53">
                  <c:v>-0.85</c:v>
                </c:pt>
                <c:pt idx="54">
                  <c:v>-0.8</c:v>
                </c:pt>
                <c:pt idx="55">
                  <c:v>-0.75</c:v>
                </c:pt>
                <c:pt idx="56">
                  <c:v>-0.7</c:v>
                </c:pt>
                <c:pt idx="57">
                  <c:v>-0.65</c:v>
                </c:pt>
                <c:pt idx="58">
                  <c:v>-0.6</c:v>
                </c:pt>
                <c:pt idx="59">
                  <c:v>-0.55</c:v>
                </c:pt>
                <c:pt idx="60">
                  <c:v>-0.5</c:v>
                </c:pt>
                <c:pt idx="61">
                  <c:v>-0.45</c:v>
                </c:pt>
                <c:pt idx="62">
                  <c:v>-0.4</c:v>
                </c:pt>
                <c:pt idx="63">
                  <c:v>-0.35</c:v>
                </c:pt>
                <c:pt idx="64">
                  <c:v>-0.3</c:v>
                </c:pt>
                <c:pt idx="65">
                  <c:v>-0.25</c:v>
                </c:pt>
                <c:pt idx="66">
                  <c:v>-0.2</c:v>
                </c:pt>
                <c:pt idx="67">
                  <c:v>-0.15</c:v>
                </c:pt>
                <c:pt idx="68">
                  <c:v>-0.1</c:v>
                </c:pt>
                <c:pt idx="69">
                  <c:v>-0.05</c:v>
                </c:pt>
                <c:pt idx="70">
                  <c:v>0</c:v>
                </c:pt>
                <c:pt idx="71">
                  <c:v>0.05</c:v>
                </c:pt>
                <c:pt idx="72">
                  <c:v>0.1</c:v>
                </c:pt>
                <c:pt idx="73">
                  <c:v>0.15</c:v>
                </c:pt>
                <c:pt idx="74">
                  <c:v>0.2</c:v>
                </c:pt>
                <c:pt idx="75">
                  <c:v>0.25</c:v>
                </c:pt>
                <c:pt idx="76">
                  <c:v>0.3</c:v>
                </c:pt>
                <c:pt idx="77">
                  <c:v>0.35</c:v>
                </c:pt>
                <c:pt idx="78">
                  <c:v>0.4</c:v>
                </c:pt>
                <c:pt idx="79">
                  <c:v>0.45</c:v>
                </c:pt>
                <c:pt idx="80">
                  <c:v>0.5</c:v>
                </c:pt>
                <c:pt idx="81">
                  <c:v>0.55</c:v>
                </c:pt>
                <c:pt idx="82">
                  <c:v>0.6</c:v>
                </c:pt>
                <c:pt idx="83">
                  <c:v>0.65</c:v>
                </c:pt>
                <c:pt idx="84">
                  <c:v>0.7</c:v>
                </c:pt>
                <c:pt idx="85">
                  <c:v>0.75</c:v>
                </c:pt>
                <c:pt idx="86">
                  <c:v>0.8</c:v>
                </c:pt>
                <c:pt idx="87">
                  <c:v>0.85</c:v>
                </c:pt>
                <c:pt idx="88">
                  <c:v>0.9</c:v>
                </c:pt>
                <c:pt idx="89">
                  <c:v>0.95</c:v>
                </c:pt>
                <c:pt idx="90">
                  <c:v>1</c:v>
                </c:pt>
                <c:pt idx="91">
                  <c:v>1.05</c:v>
                </c:pt>
                <c:pt idx="92">
                  <c:v>1.1</c:v>
                </c:pt>
                <c:pt idx="93">
                  <c:v>1.15</c:v>
                </c:pt>
                <c:pt idx="94">
                  <c:v>1.2</c:v>
                </c:pt>
                <c:pt idx="95">
                  <c:v>1.25</c:v>
                </c:pt>
                <c:pt idx="96">
                  <c:v>1.3</c:v>
                </c:pt>
                <c:pt idx="97">
                  <c:v>1.35</c:v>
                </c:pt>
                <c:pt idx="98">
                  <c:v>1.4</c:v>
                </c:pt>
                <c:pt idx="99">
                  <c:v>1.45</c:v>
                </c:pt>
                <c:pt idx="100">
                  <c:v>1.5</c:v>
                </c:pt>
                <c:pt idx="101">
                  <c:v>1.55</c:v>
                </c:pt>
                <c:pt idx="102">
                  <c:v>1.6</c:v>
                </c:pt>
                <c:pt idx="103">
                  <c:v>1.65</c:v>
                </c:pt>
                <c:pt idx="104">
                  <c:v>1.7</c:v>
                </c:pt>
                <c:pt idx="105">
                  <c:v>1.75</c:v>
                </c:pt>
                <c:pt idx="106">
                  <c:v>1.8</c:v>
                </c:pt>
                <c:pt idx="107">
                  <c:v>1.85</c:v>
                </c:pt>
                <c:pt idx="108">
                  <c:v>1.9</c:v>
                </c:pt>
                <c:pt idx="109">
                  <c:v>1.95</c:v>
                </c:pt>
                <c:pt idx="110">
                  <c:v>2</c:v>
                </c:pt>
                <c:pt idx="111">
                  <c:v>2.05</c:v>
                </c:pt>
                <c:pt idx="112">
                  <c:v>2.1</c:v>
                </c:pt>
                <c:pt idx="113">
                  <c:v>2.15</c:v>
                </c:pt>
                <c:pt idx="114">
                  <c:v>2.2</c:v>
                </c:pt>
                <c:pt idx="115">
                  <c:v>2.25</c:v>
                </c:pt>
                <c:pt idx="116">
                  <c:v>2.3</c:v>
                </c:pt>
                <c:pt idx="117">
                  <c:v>2.35</c:v>
                </c:pt>
                <c:pt idx="118">
                  <c:v>2.4</c:v>
                </c:pt>
                <c:pt idx="119">
                  <c:v>2.45</c:v>
                </c:pt>
                <c:pt idx="120">
                  <c:v>2.5</c:v>
                </c:pt>
                <c:pt idx="121">
                  <c:v>2.55</c:v>
                </c:pt>
                <c:pt idx="122">
                  <c:v>2.6</c:v>
                </c:pt>
                <c:pt idx="123">
                  <c:v>2.65</c:v>
                </c:pt>
                <c:pt idx="124">
                  <c:v>2.7</c:v>
                </c:pt>
                <c:pt idx="125">
                  <c:v>2.75</c:v>
                </c:pt>
                <c:pt idx="126">
                  <c:v>2.8</c:v>
                </c:pt>
                <c:pt idx="127">
                  <c:v>2.85</c:v>
                </c:pt>
                <c:pt idx="128">
                  <c:v>2.9</c:v>
                </c:pt>
                <c:pt idx="129">
                  <c:v>2.95</c:v>
                </c:pt>
                <c:pt idx="130">
                  <c:v>3</c:v>
                </c:pt>
                <c:pt idx="131">
                  <c:v>3.05</c:v>
                </c:pt>
                <c:pt idx="132">
                  <c:v>3.1</c:v>
                </c:pt>
                <c:pt idx="133">
                  <c:v>3.15</c:v>
                </c:pt>
                <c:pt idx="134">
                  <c:v>3.2</c:v>
                </c:pt>
                <c:pt idx="135">
                  <c:v>3.25</c:v>
                </c:pt>
                <c:pt idx="136">
                  <c:v>3.3</c:v>
                </c:pt>
                <c:pt idx="137">
                  <c:v>3.35</c:v>
                </c:pt>
                <c:pt idx="138">
                  <c:v>3.4</c:v>
                </c:pt>
                <c:pt idx="139">
                  <c:v>3.45</c:v>
                </c:pt>
                <c:pt idx="140">
                  <c:v>3.5</c:v>
                </c:pt>
              </c:numCache>
            </c:numRef>
          </c:xVal>
          <c:yVal>
            <c:numRef>
              <c:f>'Chart Data'!$F$2:$F$142</c:f>
              <c:numCache>
                <c:formatCode>0.0</c:formatCode>
                <c:ptCount val="141"/>
                <c:pt idx="0">
                  <c:v>2.69E-06</c:v>
                </c:pt>
                <c:pt idx="1">
                  <c:v>3.56E-06</c:v>
                </c:pt>
                <c:pt idx="2">
                  <c:v>4.69E-06</c:v>
                </c:pt>
                <c:pt idx="3">
                  <c:v>6.16E-06</c:v>
                </c:pt>
                <c:pt idx="4">
                  <c:v>8.05E-06</c:v>
                </c:pt>
                <c:pt idx="5">
                  <c:v>1.049E-05</c:v>
                </c:pt>
                <c:pt idx="6">
                  <c:v>1.361E-05</c:v>
                </c:pt>
                <c:pt idx="7">
                  <c:v>1.76E-05</c:v>
                </c:pt>
                <c:pt idx="8">
                  <c:v>2.267E-05</c:v>
                </c:pt>
                <c:pt idx="9">
                  <c:v>2.909E-05</c:v>
                </c:pt>
                <c:pt idx="10">
                  <c:v>3.719E-05</c:v>
                </c:pt>
                <c:pt idx="11">
                  <c:v>4.736E-05</c:v>
                </c:pt>
                <c:pt idx="12">
                  <c:v>6.008E-05</c:v>
                </c:pt>
                <c:pt idx="13">
                  <c:v>7.594E-05</c:v>
                </c:pt>
                <c:pt idx="14">
                  <c:v>9.562E-05</c:v>
                </c:pt>
                <c:pt idx="15">
                  <c:v>0.00011994</c:v>
                </c:pt>
                <c:pt idx="16">
                  <c:v>0.00014988</c:v>
                </c:pt>
                <c:pt idx="17">
                  <c:v>0.00018659</c:v>
                </c:pt>
                <c:pt idx="18">
                  <c:v>0.00023141</c:v>
                </c:pt>
                <c:pt idx="19">
                  <c:v>0.00028591</c:v>
                </c:pt>
                <c:pt idx="20">
                  <c:v>0.00035191</c:v>
                </c:pt>
                <c:pt idx="21">
                  <c:v>0.00043151</c:v>
                </c:pt>
                <c:pt idx="22">
                  <c:v>0.00052711</c:v>
                </c:pt>
                <c:pt idx="23">
                  <c:v>0.00064147</c:v>
                </c:pt>
                <c:pt idx="24">
                  <c:v>0.00077768</c:v>
                </c:pt>
                <c:pt idx="25">
                  <c:v>0.00093925</c:v>
                </c:pt>
                <c:pt idx="26">
                  <c:v>0.0011301</c:v>
                </c:pt>
                <c:pt idx="27">
                  <c:v>0.00135459</c:v>
                </c:pt>
                <c:pt idx="28">
                  <c:v>0.00161754</c:v>
                </c:pt>
                <c:pt idx="29">
                  <c:v>0.00192423</c:v>
                </c:pt>
                <c:pt idx="30">
                  <c:v>0.00228041</c:v>
                </c:pt>
                <c:pt idx="31">
                  <c:v>0.00269232</c:v>
                </c:pt>
                <c:pt idx="32">
                  <c:v>0.00316662</c:v>
                </c:pt>
                <c:pt idx="33">
                  <c:v>0.00371039</c:v>
                </c:pt>
                <c:pt idx="34">
                  <c:v>0.0043311</c:v>
                </c:pt>
                <c:pt idx="35">
                  <c:v>0.00503655</c:v>
                </c:pt>
                <c:pt idx="36">
                  <c:v>0.00583477</c:v>
                </c:pt>
                <c:pt idx="37">
                  <c:v>0.00673394</c:v>
                </c:pt>
                <c:pt idx="38">
                  <c:v>0.0077423</c:v>
                </c:pt>
                <c:pt idx="39">
                  <c:v>0.00886802</c:v>
                </c:pt>
                <c:pt idx="40">
                  <c:v>0.01011902</c:v>
                </c:pt>
                <c:pt idx="41">
                  <c:v>0.01150285</c:v>
                </c:pt>
                <c:pt idx="42">
                  <c:v>0.01302651</c:v>
                </c:pt>
                <c:pt idx="43">
                  <c:v>0.01469624</c:v>
                </c:pt>
                <c:pt idx="44">
                  <c:v>0.01651733</c:v>
                </c:pt>
                <c:pt idx="45">
                  <c:v>0.01849391</c:v>
                </c:pt>
                <c:pt idx="46">
                  <c:v>0.02062875</c:v>
                </c:pt>
                <c:pt idx="47">
                  <c:v>0.02292306</c:v>
                </c:pt>
                <c:pt idx="48">
                  <c:v>0.02537627</c:v>
                </c:pt>
                <c:pt idx="49">
                  <c:v>0.02798584</c:v>
                </c:pt>
                <c:pt idx="50">
                  <c:v>0.03074711</c:v>
                </c:pt>
                <c:pt idx="51">
                  <c:v>0.03365315</c:v>
                </c:pt>
                <c:pt idx="52">
                  <c:v>0.03669463</c:v>
                </c:pt>
                <c:pt idx="53">
                  <c:v>0.03985976</c:v>
                </c:pt>
                <c:pt idx="54">
                  <c:v>0.04313425</c:v>
                </c:pt>
                <c:pt idx="55">
                  <c:v>0.04650132</c:v>
                </c:pt>
                <c:pt idx="56">
                  <c:v>0.04994175</c:v>
                </c:pt>
                <c:pt idx="57">
                  <c:v>0.05343399</c:v>
                </c:pt>
                <c:pt idx="58">
                  <c:v>0.05695435</c:v>
                </c:pt>
                <c:pt idx="59">
                  <c:v>0.06047719</c:v>
                </c:pt>
                <c:pt idx="60">
                  <c:v>0.0639752</c:v>
                </c:pt>
                <c:pt idx="61">
                  <c:v>0.06741976</c:v>
                </c:pt>
                <c:pt idx="62">
                  <c:v>0.07078123</c:v>
                </c:pt>
                <c:pt idx="63">
                  <c:v>0.07402944</c:v>
                </c:pt>
                <c:pt idx="64">
                  <c:v>0.07713406</c:v>
                </c:pt>
                <c:pt idx="65">
                  <c:v>0.08006512</c:v>
                </c:pt>
                <c:pt idx="66">
                  <c:v>0.08279344</c:v>
                </c:pt>
                <c:pt idx="67">
                  <c:v>0.08529114</c:v>
                </c:pt>
                <c:pt idx="68">
                  <c:v>0.0875321</c:v>
                </c:pt>
                <c:pt idx="69">
                  <c:v>0.0894924</c:v>
                </c:pt>
                <c:pt idx="70">
                  <c:v>0.09115078</c:v>
                </c:pt>
                <c:pt idx="71">
                  <c:v>0.09248899</c:v>
                </c:pt>
                <c:pt idx="72">
                  <c:v>0.09349214</c:v>
                </c:pt>
                <c:pt idx="73">
                  <c:v>0.09414897</c:v>
                </c:pt>
                <c:pt idx="74">
                  <c:v>0.09445206</c:v>
                </c:pt>
                <c:pt idx="75">
                  <c:v>0.09439799</c:v>
                </c:pt>
                <c:pt idx="76">
                  <c:v>0.09398736</c:v>
                </c:pt>
                <c:pt idx="77">
                  <c:v>0.09322483</c:v>
                </c:pt>
                <c:pt idx="78">
                  <c:v>0.09211898</c:v>
                </c:pt>
                <c:pt idx="79">
                  <c:v>0.09068221</c:v>
                </c:pt>
                <c:pt idx="80">
                  <c:v>0.08893044</c:v>
                </c:pt>
                <c:pt idx="81">
                  <c:v>0.08688288</c:v>
                </c:pt>
                <c:pt idx="82">
                  <c:v>0.08456164</c:v>
                </c:pt>
                <c:pt idx="83">
                  <c:v>0.08199135</c:v>
                </c:pt>
                <c:pt idx="84">
                  <c:v>0.0791987</c:v>
                </c:pt>
                <c:pt idx="85">
                  <c:v>0.07621202</c:v>
                </c:pt>
                <c:pt idx="86">
                  <c:v>0.07306079</c:v>
                </c:pt>
                <c:pt idx="87">
                  <c:v>0.06977512</c:v>
                </c:pt>
                <c:pt idx="88">
                  <c:v>0.06638535</c:v>
                </c:pt>
                <c:pt idx="89">
                  <c:v>0.06292154</c:v>
                </c:pt>
                <c:pt idx="90">
                  <c:v>0.05941305</c:v>
                </c:pt>
                <c:pt idx="91">
                  <c:v>0.05588816</c:v>
                </c:pt>
                <c:pt idx="92">
                  <c:v>0.05237368</c:v>
                </c:pt>
                <c:pt idx="93">
                  <c:v>0.04889471</c:v>
                </c:pt>
                <c:pt idx="94">
                  <c:v>0.0454743</c:v>
                </c:pt>
                <c:pt idx="95">
                  <c:v>0.04213331</c:v>
                </c:pt>
                <c:pt idx="96">
                  <c:v>0.03889024</c:v>
                </c:pt>
                <c:pt idx="97">
                  <c:v>0.03576111</c:v>
                </c:pt>
                <c:pt idx="98">
                  <c:v>0.03275946</c:v>
                </c:pt>
                <c:pt idx="99">
                  <c:v>0.02989634</c:v>
                </c:pt>
                <c:pt idx="100">
                  <c:v>0.02718032</c:v>
                </c:pt>
                <c:pt idx="101">
                  <c:v>0.02461766</c:v>
                </c:pt>
                <c:pt idx="102">
                  <c:v>0.02221233</c:v>
                </c:pt>
                <c:pt idx="103">
                  <c:v>0.01996627</c:v>
                </c:pt>
                <c:pt idx="104">
                  <c:v>0.0178795</c:v>
                </c:pt>
                <c:pt idx="105">
                  <c:v>0.01595031</c:v>
                </c:pt>
                <c:pt idx="106">
                  <c:v>0.01417549</c:v>
                </c:pt>
                <c:pt idx="107">
                  <c:v>0.01255055</c:v>
                </c:pt>
                <c:pt idx="108">
                  <c:v>0.01106987</c:v>
                </c:pt>
                <c:pt idx="109">
                  <c:v>0.00972698</c:v>
                </c:pt>
                <c:pt idx="110">
                  <c:v>0.00851469</c:v>
                </c:pt>
                <c:pt idx="111">
                  <c:v>0.00742532</c:v>
                </c:pt>
                <c:pt idx="112">
                  <c:v>0.00645084</c:v>
                </c:pt>
                <c:pt idx="113">
                  <c:v>0.00558308</c:v>
                </c:pt>
                <c:pt idx="114">
                  <c:v>0.00481378</c:v>
                </c:pt>
                <c:pt idx="115">
                  <c:v>0.00413479</c:v>
                </c:pt>
                <c:pt idx="116">
                  <c:v>0.00353816</c:v>
                </c:pt>
                <c:pt idx="117">
                  <c:v>0.00301617</c:v>
                </c:pt>
                <c:pt idx="118">
                  <c:v>0.00256147</c:v>
                </c:pt>
                <c:pt idx="119">
                  <c:v>0.0021671</c:v>
                </c:pt>
                <c:pt idx="120">
                  <c:v>0.00182652</c:v>
                </c:pt>
                <c:pt idx="121">
                  <c:v>0.00153364</c:v>
                </c:pt>
                <c:pt idx="122">
                  <c:v>0.00128286</c:v>
                </c:pt>
                <c:pt idx="123">
                  <c:v>0.00106903</c:v>
                </c:pt>
                <c:pt idx="124">
                  <c:v>0.00088748</c:v>
                </c:pt>
                <c:pt idx="125">
                  <c:v>0.00073397</c:v>
                </c:pt>
                <c:pt idx="126">
                  <c:v>0.00060472</c:v>
                </c:pt>
                <c:pt idx="127">
                  <c:v>0.00049635</c:v>
                </c:pt>
                <c:pt idx="128">
                  <c:v>0.00040586</c:v>
                </c:pt>
                <c:pt idx="129">
                  <c:v>0.00033061</c:v>
                </c:pt>
                <c:pt idx="130">
                  <c:v>0.0002683</c:v>
                </c:pt>
                <c:pt idx="131">
                  <c:v>0.00021691</c:v>
                </c:pt>
                <c:pt idx="132">
                  <c:v>0.0001747</c:v>
                </c:pt>
                <c:pt idx="133">
                  <c:v>0.00014017</c:v>
                </c:pt>
                <c:pt idx="134">
                  <c:v>0.00011204</c:v>
                </c:pt>
                <c:pt idx="135">
                  <c:v>8.922E-05</c:v>
                </c:pt>
                <c:pt idx="136">
                  <c:v>7.077E-05</c:v>
                </c:pt>
                <c:pt idx="137">
                  <c:v>5.593E-05</c:v>
                </c:pt>
                <c:pt idx="138">
                  <c:v>4.404E-05</c:v>
                </c:pt>
                <c:pt idx="139">
                  <c:v>3.454E-05</c:v>
                </c:pt>
                <c:pt idx="140">
                  <c:v>2.699E-05</c:v>
                </c:pt>
              </c:numCache>
            </c:numRef>
          </c:yVal>
        </c:ser>
        <c:ser>
          <c:idx val="3"/>
          <c:order val="3"/>
          <c:tx>
            <c:v>성분 4</c:v>
          </c:tx>
          <c:spPr>
            <a:solidFill xmlns:a="http://schemas.openxmlformats.org/drawingml/2006/main">
              <a:srgbClr val="BA9057"/>
            </a:solidFill>
            <a:ln xmlns:a="http://schemas.openxmlformats.org/drawingml/2006/main" w="14288">
              <a:solidFill>
                <a:srgbClr val="BA9057"/>
              </a:solidFill>
            </a:ln>
          </c:spPr>
          <c:marker>
            <c:symbol val="none"/>
            <c:size val="4"/>
          </c:marker>
          <c:xVal>
            <c:numRef>
              <c:f>'Chart Data'!$G$2:$G$142</c:f>
              <c:numCache>
                <c:formatCode>General</c:formatCode>
                <c:ptCount val="141"/>
                <c:pt idx="0">
                  <c:v>-3.5</c:v>
                </c:pt>
                <c:pt idx="1">
                  <c:v>-3.45</c:v>
                </c:pt>
                <c:pt idx="2">
                  <c:v>-3.4</c:v>
                </c:pt>
                <c:pt idx="3">
                  <c:v>-3.35</c:v>
                </c:pt>
                <c:pt idx="4">
                  <c:v>-3.3</c:v>
                </c:pt>
                <c:pt idx="5">
                  <c:v>-3.25</c:v>
                </c:pt>
                <c:pt idx="6">
                  <c:v>-3.2</c:v>
                </c:pt>
                <c:pt idx="7">
                  <c:v>-3.15</c:v>
                </c:pt>
                <c:pt idx="8">
                  <c:v>-3.1</c:v>
                </c:pt>
                <c:pt idx="9">
                  <c:v>-3.05</c:v>
                </c:pt>
                <c:pt idx="10">
                  <c:v>-3</c:v>
                </c:pt>
                <c:pt idx="11">
                  <c:v>-2.95</c:v>
                </c:pt>
                <c:pt idx="12">
                  <c:v>-2.9</c:v>
                </c:pt>
                <c:pt idx="13">
                  <c:v>-2.85</c:v>
                </c:pt>
                <c:pt idx="14">
                  <c:v>-2.8</c:v>
                </c:pt>
                <c:pt idx="15">
                  <c:v>-2.75</c:v>
                </c:pt>
                <c:pt idx="16">
                  <c:v>-2.7</c:v>
                </c:pt>
                <c:pt idx="17">
                  <c:v>-2.65</c:v>
                </c:pt>
                <c:pt idx="18">
                  <c:v>-2.6</c:v>
                </c:pt>
                <c:pt idx="19">
                  <c:v>-2.55</c:v>
                </c:pt>
                <c:pt idx="20">
                  <c:v>-2.5</c:v>
                </c:pt>
                <c:pt idx="21">
                  <c:v>-2.45</c:v>
                </c:pt>
                <c:pt idx="22">
                  <c:v>-2.4</c:v>
                </c:pt>
                <c:pt idx="23">
                  <c:v>-2.35</c:v>
                </c:pt>
                <c:pt idx="24">
                  <c:v>-2.3</c:v>
                </c:pt>
                <c:pt idx="25">
                  <c:v>-2.25</c:v>
                </c:pt>
                <c:pt idx="26">
                  <c:v>-2.2</c:v>
                </c:pt>
                <c:pt idx="27">
                  <c:v>-2.15</c:v>
                </c:pt>
                <c:pt idx="28">
                  <c:v>-2.1</c:v>
                </c:pt>
                <c:pt idx="29">
                  <c:v>-2.05</c:v>
                </c:pt>
                <c:pt idx="30">
                  <c:v>-2</c:v>
                </c:pt>
                <c:pt idx="31">
                  <c:v>-1.95</c:v>
                </c:pt>
                <c:pt idx="32">
                  <c:v>-1.9</c:v>
                </c:pt>
                <c:pt idx="33">
                  <c:v>-1.85</c:v>
                </c:pt>
                <c:pt idx="34">
                  <c:v>-1.8</c:v>
                </c:pt>
                <c:pt idx="35">
                  <c:v>-1.75</c:v>
                </c:pt>
                <c:pt idx="36">
                  <c:v>-1.7</c:v>
                </c:pt>
                <c:pt idx="37">
                  <c:v>-1.65</c:v>
                </c:pt>
                <c:pt idx="38">
                  <c:v>-1.6</c:v>
                </c:pt>
                <c:pt idx="39">
                  <c:v>-1.55</c:v>
                </c:pt>
                <c:pt idx="40">
                  <c:v>-1.5</c:v>
                </c:pt>
                <c:pt idx="41">
                  <c:v>-1.45</c:v>
                </c:pt>
                <c:pt idx="42">
                  <c:v>-1.4</c:v>
                </c:pt>
                <c:pt idx="43">
                  <c:v>-1.35</c:v>
                </c:pt>
                <c:pt idx="44">
                  <c:v>-1.3</c:v>
                </c:pt>
                <c:pt idx="45">
                  <c:v>-1.25</c:v>
                </c:pt>
                <c:pt idx="46">
                  <c:v>-1.2</c:v>
                </c:pt>
                <c:pt idx="47">
                  <c:v>-1.15</c:v>
                </c:pt>
                <c:pt idx="48">
                  <c:v>-1.1</c:v>
                </c:pt>
                <c:pt idx="49">
                  <c:v>-1.05</c:v>
                </c:pt>
                <c:pt idx="50">
                  <c:v>-1</c:v>
                </c:pt>
                <c:pt idx="51">
                  <c:v>-0.95</c:v>
                </c:pt>
                <c:pt idx="52">
                  <c:v>-0.9</c:v>
                </c:pt>
                <c:pt idx="53">
                  <c:v>-0.85</c:v>
                </c:pt>
                <c:pt idx="54">
                  <c:v>-0.8</c:v>
                </c:pt>
                <c:pt idx="55">
                  <c:v>-0.75</c:v>
                </c:pt>
                <c:pt idx="56">
                  <c:v>-0.7</c:v>
                </c:pt>
                <c:pt idx="57">
                  <c:v>-0.65</c:v>
                </c:pt>
                <c:pt idx="58">
                  <c:v>-0.6</c:v>
                </c:pt>
                <c:pt idx="59">
                  <c:v>-0.55</c:v>
                </c:pt>
                <c:pt idx="60">
                  <c:v>-0.5</c:v>
                </c:pt>
                <c:pt idx="61">
                  <c:v>-0.45</c:v>
                </c:pt>
                <c:pt idx="62">
                  <c:v>-0.4</c:v>
                </c:pt>
                <c:pt idx="63">
                  <c:v>-0.35</c:v>
                </c:pt>
                <c:pt idx="64">
                  <c:v>-0.3</c:v>
                </c:pt>
                <c:pt idx="65">
                  <c:v>-0.25</c:v>
                </c:pt>
                <c:pt idx="66">
                  <c:v>-0.2</c:v>
                </c:pt>
                <c:pt idx="67">
                  <c:v>-0.15</c:v>
                </c:pt>
                <c:pt idx="68">
                  <c:v>-0.1</c:v>
                </c:pt>
                <c:pt idx="69">
                  <c:v>-0.05</c:v>
                </c:pt>
                <c:pt idx="70">
                  <c:v>0</c:v>
                </c:pt>
                <c:pt idx="71">
                  <c:v>0.05</c:v>
                </c:pt>
                <c:pt idx="72">
                  <c:v>0.1</c:v>
                </c:pt>
                <c:pt idx="73">
                  <c:v>0.15</c:v>
                </c:pt>
                <c:pt idx="74">
                  <c:v>0.2</c:v>
                </c:pt>
                <c:pt idx="75">
                  <c:v>0.25</c:v>
                </c:pt>
                <c:pt idx="76">
                  <c:v>0.3</c:v>
                </c:pt>
                <c:pt idx="77">
                  <c:v>0.35</c:v>
                </c:pt>
                <c:pt idx="78">
                  <c:v>0.4</c:v>
                </c:pt>
                <c:pt idx="79">
                  <c:v>0.45</c:v>
                </c:pt>
                <c:pt idx="80">
                  <c:v>0.5</c:v>
                </c:pt>
                <c:pt idx="81">
                  <c:v>0.55</c:v>
                </c:pt>
                <c:pt idx="82">
                  <c:v>0.6</c:v>
                </c:pt>
                <c:pt idx="83">
                  <c:v>0.65</c:v>
                </c:pt>
                <c:pt idx="84">
                  <c:v>0.7</c:v>
                </c:pt>
                <c:pt idx="85">
                  <c:v>0.75</c:v>
                </c:pt>
                <c:pt idx="86">
                  <c:v>0.8</c:v>
                </c:pt>
                <c:pt idx="87">
                  <c:v>0.85</c:v>
                </c:pt>
                <c:pt idx="88">
                  <c:v>0.9</c:v>
                </c:pt>
                <c:pt idx="89">
                  <c:v>0.95</c:v>
                </c:pt>
                <c:pt idx="90">
                  <c:v>1</c:v>
                </c:pt>
                <c:pt idx="91">
                  <c:v>1.05</c:v>
                </c:pt>
                <c:pt idx="92">
                  <c:v>1.1</c:v>
                </c:pt>
                <c:pt idx="93">
                  <c:v>1.15</c:v>
                </c:pt>
                <c:pt idx="94">
                  <c:v>1.2</c:v>
                </c:pt>
                <c:pt idx="95">
                  <c:v>1.25</c:v>
                </c:pt>
                <c:pt idx="96">
                  <c:v>1.3</c:v>
                </c:pt>
                <c:pt idx="97">
                  <c:v>1.35</c:v>
                </c:pt>
                <c:pt idx="98">
                  <c:v>1.4</c:v>
                </c:pt>
                <c:pt idx="99">
                  <c:v>1.45</c:v>
                </c:pt>
                <c:pt idx="100">
                  <c:v>1.5</c:v>
                </c:pt>
                <c:pt idx="101">
                  <c:v>1.55</c:v>
                </c:pt>
                <c:pt idx="102">
                  <c:v>1.6</c:v>
                </c:pt>
                <c:pt idx="103">
                  <c:v>1.65</c:v>
                </c:pt>
                <c:pt idx="104">
                  <c:v>1.7</c:v>
                </c:pt>
                <c:pt idx="105">
                  <c:v>1.75</c:v>
                </c:pt>
                <c:pt idx="106">
                  <c:v>1.8</c:v>
                </c:pt>
                <c:pt idx="107">
                  <c:v>1.85</c:v>
                </c:pt>
                <c:pt idx="108">
                  <c:v>1.9</c:v>
                </c:pt>
                <c:pt idx="109">
                  <c:v>1.95</c:v>
                </c:pt>
                <c:pt idx="110">
                  <c:v>2</c:v>
                </c:pt>
                <c:pt idx="111">
                  <c:v>2.05</c:v>
                </c:pt>
                <c:pt idx="112">
                  <c:v>2.1</c:v>
                </c:pt>
                <c:pt idx="113">
                  <c:v>2.15</c:v>
                </c:pt>
                <c:pt idx="114">
                  <c:v>2.2</c:v>
                </c:pt>
                <c:pt idx="115">
                  <c:v>2.25</c:v>
                </c:pt>
                <c:pt idx="116">
                  <c:v>2.3</c:v>
                </c:pt>
                <c:pt idx="117">
                  <c:v>2.35</c:v>
                </c:pt>
                <c:pt idx="118">
                  <c:v>2.4</c:v>
                </c:pt>
                <c:pt idx="119">
                  <c:v>2.45</c:v>
                </c:pt>
                <c:pt idx="120">
                  <c:v>2.5</c:v>
                </c:pt>
                <c:pt idx="121">
                  <c:v>2.55</c:v>
                </c:pt>
                <c:pt idx="122">
                  <c:v>2.6</c:v>
                </c:pt>
                <c:pt idx="123">
                  <c:v>2.65</c:v>
                </c:pt>
                <c:pt idx="124">
                  <c:v>2.7</c:v>
                </c:pt>
                <c:pt idx="125">
                  <c:v>2.75</c:v>
                </c:pt>
                <c:pt idx="126">
                  <c:v>2.8</c:v>
                </c:pt>
                <c:pt idx="127">
                  <c:v>2.85</c:v>
                </c:pt>
                <c:pt idx="128">
                  <c:v>2.9</c:v>
                </c:pt>
                <c:pt idx="129">
                  <c:v>2.95</c:v>
                </c:pt>
                <c:pt idx="130">
                  <c:v>3</c:v>
                </c:pt>
                <c:pt idx="131">
                  <c:v>3.05</c:v>
                </c:pt>
                <c:pt idx="132">
                  <c:v>3.1</c:v>
                </c:pt>
                <c:pt idx="133">
                  <c:v>3.15</c:v>
                </c:pt>
                <c:pt idx="134">
                  <c:v>3.2</c:v>
                </c:pt>
                <c:pt idx="135">
                  <c:v>3.25</c:v>
                </c:pt>
                <c:pt idx="136">
                  <c:v>3.3</c:v>
                </c:pt>
                <c:pt idx="137">
                  <c:v>3.35</c:v>
                </c:pt>
                <c:pt idx="138">
                  <c:v>3.4</c:v>
                </c:pt>
                <c:pt idx="139">
                  <c:v>3.45</c:v>
                </c:pt>
                <c:pt idx="140">
                  <c:v>3.5</c:v>
                </c:pt>
              </c:numCache>
            </c:numRef>
          </c:xVal>
          <c:yVal>
            <c:numRef>
              <c:f>'Chart Data'!$H$2:$H$142</c:f>
              <c:numCache>
                <c:formatCode>0.0</c:formatCode>
                <c:ptCount val="141"/>
                <c:pt idx="0">
                  <c:v>0.00050513</c:v>
                </c:pt>
                <c:pt idx="1">
                  <c:v>0.00060467</c:v>
                </c:pt>
                <c:pt idx="2">
                  <c:v>0.00072183</c:v>
                </c:pt>
                <c:pt idx="3">
                  <c:v>0.0008593</c:v>
                </c:pt>
                <c:pt idx="4">
                  <c:v>0.00102011</c:v>
                </c:pt>
                <c:pt idx="5">
                  <c:v>0.00120767</c:v>
                </c:pt>
                <c:pt idx="6">
                  <c:v>0.00142575</c:v>
                </c:pt>
                <c:pt idx="7">
                  <c:v>0.00167855</c:v>
                </c:pt>
                <c:pt idx="8">
                  <c:v>0.00197069</c:v>
                </c:pt>
                <c:pt idx="9">
                  <c:v>0.00230727</c:v>
                </c:pt>
                <c:pt idx="10">
                  <c:v>0.00269384</c:v>
                </c:pt>
                <c:pt idx="11">
                  <c:v>0.00313648</c:v>
                </c:pt>
                <c:pt idx="12">
                  <c:v>0.00364172</c:v>
                </c:pt>
                <c:pt idx="13">
                  <c:v>0.00421664</c:v>
                </c:pt>
                <c:pt idx="14">
                  <c:v>0.00486878</c:v>
                </c:pt>
                <c:pt idx="15">
                  <c:v>0.00560622</c:v>
                </c:pt>
                <c:pt idx="16">
                  <c:v>0.00643746</c:v>
                </c:pt>
                <c:pt idx="17">
                  <c:v>0.00737146</c:v>
                </c:pt>
                <c:pt idx="18">
                  <c:v>0.00841759</c:v>
                </c:pt>
                <c:pt idx="19">
                  <c:v>0.00958555</c:v>
                </c:pt>
                <c:pt idx="20">
                  <c:v>0.01088532</c:v>
                </c:pt>
                <c:pt idx="21">
                  <c:v>0.01232708</c:v>
                </c:pt>
                <c:pt idx="22">
                  <c:v>0.01392112</c:v>
                </c:pt>
                <c:pt idx="23">
                  <c:v>0.01567773</c:v>
                </c:pt>
                <c:pt idx="24">
                  <c:v>0.01760707</c:v>
                </c:pt>
                <c:pt idx="25">
                  <c:v>0.01971905</c:v>
                </c:pt>
                <c:pt idx="26">
                  <c:v>0.02202317</c:v>
                </c:pt>
                <c:pt idx="27">
                  <c:v>0.02452836</c:v>
                </c:pt>
                <c:pt idx="28">
                  <c:v>0.02724283</c:v>
                </c:pt>
                <c:pt idx="29">
                  <c:v>0.03017386</c:v>
                </c:pt>
                <c:pt idx="30">
                  <c:v>0.03332764</c:v>
                </c:pt>
                <c:pt idx="31">
                  <c:v>0.03670905</c:v>
                </c:pt>
                <c:pt idx="32">
                  <c:v>0.0403215</c:v>
                </c:pt>
                <c:pt idx="33">
                  <c:v>0.04416672</c:v>
                </c:pt>
                <c:pt idx="34">
                  <c:v>0.04824458</c:v>
                </c:pt>
                <c:pt idx="35">
                  <c:v>0.05255293</c:v>
                </c:pt>
                <c:pt idx="36">
                  <c:v>0.05708739</c:v>
                </c:pt>
                <c:pt idx="37">
                  <c:v>0.06184128</c:v>
                </c:pt>
                <c:pt idx="38">
                  <c:v>0.06680542</c:v>
                </c:pt>
                <c:pt idx="39">
                  <c:v>0.07196808</c:v>
                </c:pt>
                <c:pt idx="40">
                  <c:v>0.07731487</c:v>
                </c:pt>
                <c:pt idx="41">
                  <c:v>0.08282875</c:v>
                </c:pt>
                <c:pt idx="42">
                  <c:v>0.08848998</c:v>
                </c:pt>
                <c:pt idx="43">
                  <c:v>0.0942762</c:v>
                </c:pt>
                <c:pt idx="44">
                  <c:v>0.10016246</c:v>
                </c:pt>
                <c:pt idx="45">
                  <c:v>0.10612138</c:v>
                </c:pt>
                <c:pt idx="46">
                  <c:v>0.11212325</c:v>
                </c:pt>
                <c:pt idx="47">
                  <c:v>0.11813633</c:v>
                </c:pt>
                <c:pt idx="48">
                  <c:v>0.12412698</c:v>
                </c:pt>
                <c:pt idx="49">
                  <c:v>0.13006003</c:v>
                </c:pt>
                <c:pt idx="50">
                  <c:v>0.13589907</c:v>
                </c:pt>
                <c:pt idx="51">
                  <c:v>0.14160678</c:v>
                </c:pt>
                <c:pt idx="52">
                  <c:v>0.14714536</c:v>
                </c:pt>
                <c:pt idx="53">
                  <c:v>0.1524769</c:v>
                </c:pt>
                <c:pt idx="54">
                  <c:v>0.15756381</c:v>
                </c:pt>
                <c:pt idx="55">
                  <c:v>0.16236927</c:v>
                </c:pt>
                <c:pt idx="56">
                  <c:v>0.16685766</c:v>
                </c:pt>
                <c:pt idx="57">
                  <c:v>0.17099501</c:v>
                </c:pt>
                <c:pt idx="58">
                  <c:v>0.17474938</c:v>
                </c:pt>
                <c:pt idx="59">
                  <c:v>0.17809135</c:v>
                </c:pt>
                <c:pt idx="60">
                  <c:v>0.18099432</c:v>
                </c:pt>
                <c:pt idx="61">
                  <c:v>0.18343492</c:v>
                </c:pt>
                <c:pt idx="62">
                  <c:v>0.1853933</c:v>
                </c:pt>
                <c:pt idx="63">
                  <c:v>0.1868534</c:v>
                </c:pt>
                <c:pt idx="64">
                  <c:v>0.18780317</c:v>
                </c:pt>
                <c:pt idx="65">
                  <c:v>0.18823475</c:v>
                </c:pt>
                <c:pt idx="66">
                  <c:v>0.18814454</c:v>
                </c:pt>
                <c:pt idx="67">
                  <c:v>0.18753329</c:v>
                </c:pt>
                <c:pt idx="68">
                  <c:v>0.18640609</c:v>
                </c:pt>
                <c:pt idx="69">
                  <c:v>0.18477226</c:v>
                </c:pt>
                <c:pt idx="70">
                  <c:v>0.18264526</c:v>
                </c:pt>
                <c:pt idx="71">
                  <c:v>0.18004247</c:v>
                </c:pt>
                <c:pt idx="72">
                  <c:v>0.17698501</c:v>
                </c:pt>
                <c:pt idx="73">
                  <c:v>0.17349739</c:v>
                </c:pt>
                <c:pt idx="74">
                  <c:v>0.16960724</c:v>
                </c:pt>
                <c:pt idx="75">
                  <c:v>0.16534488</c:v>
                </c:pt>
                <c:pt idx="76">
                  <c:v>0.160743</c:v>
                </c:pt>
                <c:pt idx="77">
                  <c:v>0.1558362</c:v>
                </c:pt>
                <c:pt idx="78">
                  <c:v>0.15066055</c:v>
                </c:pt>
                <c:pt idx="79">
                  <c:v>0.14525321</c:v>
                </c:pt>
                <c:pt idx="80">
                  <c:v>0.1396519</c:v>
                </c:pt>
                <c:pt idx="81">
                  <c:v>0.13389456</c:v>
                </c:pt>
                <c:pt idx="82">
                  <c:v>0.12801885</c:v>
                </c:pt>
                <c:pt idx="83">
                  <c:v>0.12206184</c:v>
                </c:pt>
                <c:pt idx="84">
                  <c:v>0.11605954</c:v>
                </c:pt>
                <c:pt idx="85">
                  <c:v>0.11004662</c:v>
                </c:pt>
                <c:pt idx="86">
                  <c:v>0.10405609</c:v>
                </c:pt>
                <c:pt idx="87">
                  <c:v>0.09811904</c:v>
                </c:pt>
                <c:pt idx="88">
                  <c:v>0.09226437</c:v>
                </c:pt>
                <c:pt idx="89">
                  <c:v>0.08651864</c:v>
                </c:pt>
                <c:pt idx="90">
                  <c:v>0.08090592</c:v>
                </c:pt>
                <c:pt idx="91">
                  <c:v>0.07544768</c:v>
                </c:pt>
                <c:pt idx="92">
                  <c:v>0.07016271</c:v>
                </c:pt>
                <c:pt idx="93">
                  <c:v>0.06506716</c:v>
                </c:pt>
                <c:pt idx="94">
                  <c:v>0.06017447</c:v>
                </c:pt>
                <c:pt idx="95">
                  <c:v>0.05549548</c:v>
                </c:pt>
                <c:pt idx="96">
                  <c:v>0.05103851</c:v>
                </c:pt>
                <c:pt idx="97">
                  <c:v>0.04680942</c:v>
                </c:pt>
                <c:pt idx="98">
                  <c:v>0.0428118</c:v>
                </c:pt>
                <c:pt idx="99">
                  <c:v>0.03904709</c:v>
                </c:pt>
                <c:pt idx="100">
                  <c:v>0.03551475</c:v>
                </c:pt>
                <c:pt idx="101">
                  <c:v>0.03221245</c:v>
                </c:pt>
                <c:pt idx="102">
                  <c:v>0.02913626</c:v>
                </c:pt>
                <c:pt idx="103">
                  <c:v>0.02628081</c:v>
                </c:pt>
                <c:pt idx="104">
                  <c:v>0.02363952</c:v>
                </c:pt>
                <c:pt idx="105">
                  <c:v>0.02120477</c:v>
                </c:pt>
                <c:pt idx="106">
                  <c:v>0.01896808</c:v>
                </c:pt>
                <c:pt idx="107">
                  <c:v>0.0169203</c:v>
                </c:pt>
                <c:pt idx="108">
                  <c:v>0.01505178</c:v>
                </c:pt>
                <c:pt idx="109">
                  <c:v>0.0133525</c:v>
                </c:pt>
                <c:pt idx="110">
                  <c:v>0.01181224</c:v>
                </c:pt>
                <c:pt idx="111">
                  <c:v>0.0104207</c:v>
                </c:pt>
                <c:pt idx="112">
                  <c:v>0.00916761</c:v>
                </c:pt>
                <c:pt idx="113">
                  <c:v>0.00804286</c:v>
                </c:pt>
                <c:pt idx="114">
                  <c:v>0.00703656</c:v>
                </c:pt>
                <c:pt idx="115">
                  <c:v>0.0061391</c:v>
                </c:pt>
                <c:pt idx="116">
                  <c:v>0.00534126</c:v>
                </c:pt>
                <c:pt idx="117">
                  <c:v>0.00463424</c:v>
                </c:pt>
                <c:pt idx="118">
                  <c:v>0.00400966</c:v>
                </c:pt>
                <c:pt idx="119">
                  <c:v>0.00345964</c:v>
                </c:pt>
                <c:pt idx="120">
                  <c:v>0.00297681</c:v>
                </c:pt>
                <c:pt idx="121">
                  <c:v>0.00255426</c:v>
                </c:pt>
                <c:pt idx="122">
                  <c:v>0.00218562</c:v>
                </c:pt>
                <c:pt idx="123">
                  <c:v>0.00186499</c:v>
                </c:pt>
                <c:pt idx="124">
                  <c:v>0.001587</c:v>
                </c:pt>
                <c:pt idx="125">
                  <c:v>0.0013467</c:v>
                </c:pt>
                <c:pt idx="126">
                  <c:v>0.00113962</c:v>
                </c:pt>
                <c:pt idx="127">
                  <c:v>0.00096171</c:v>
                </c:pt>
                <c:pt idx="128">
                  <c:v>0.00080932</c:v>
                </c:pt>
                <c:pt idx="129">
                  <c:v>0.0006792</c:v>
                </c:pt>
                <c:pt idx="130">
                  <c:v>0.00056841</c:v>
                </c:pt>
                <c:pt idx="131">
                  <c:v>0.00047438</c:v>
                </c:pt>
                <c:pt idx="132">
                  <c:v>0.00039481</c:v>
                </c:pt>
                <c:pt idx="133">
                  <c:v>0.00032767</c:v>
                </c:pt>
                <c:pt idx="134">
                  <c:v>0.0002712</c:v>
                </c:pt>
                <c:pt idx="135">
                  <c:v>0.00022384</c:v>
                </c:pt>
                <c:pt idx="136">
                  <c:v>0.00018423</c:v>
                </c:pt>
                <c:pt idx="137">
                  <c:v>0.00015122</c:v>
                </c:pt>
                <c:pt idx="138">
                  <c:v>0.00012377</c:v>
                </c:pt>
                <c:pt idx="139">
                  <c:v>0.00010103</c:v>
                </c:pt>
                <c:pt idx="140">
                  <c:v>8.224E-05</c:v>
                </c:pt>
              </c:numCache>
            </c:numRef>
          </c:yVal>
        </c:ser>
        <c:ser>
          <c:idx val="4"/>
          <c:order val="4"/>
          <c:tx>
            <c:v>혼합 밀도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28575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Data'!$I$2:$I$142</c:f>
              <c:numCache>
                <c:formatCode>General</c:formatCode>
                <c:ptCount val="141"/>
                <c:pt idx="0">
                  <c:v>-3.5</c:v>
                </c:pt>
                <c:pt idx="1">
                  <c:v>-3.45</c:v>
                </c:pt>
                <c:pt idx="2">
                  <c:v>-3.4</c:v>
                </c:pt>
                <c:pt idx="3">
                  <c:v>-3.35</c:v>
                </c:pt>
                <c:pt idx="4">
                  <c:v>-3.3</c:v>
                </c:pt>
                <c:pt idx="5">
                  <c:v>-3.25</c:v>
                </c:pt>
                <c:pt idx="6">
                  <c:v>-3.2</c:v>
                </c:pt>
                <c:pt idx="7">
                  <c:v>-3.15</c:v>
                </c:pt>
                <c:pt idx="8">
                  <c:v>-3.1</c:v>
                </c:pt>
                <c:pt idx="9">
                  <c:v>-3.05</c:v>
                </c:pt>
                <c:pt idx="10">
                  <c:v>-3</c:v>
                </c:pt>
                <c:pt idx="11">
                  <c:v>-2.95</c:v>
                </c:pt>
                <c:pt idx="12">
                  <c:v>-2.9</c:v>
                </c:pt>
                <c:pt idx="13">
                  <c:v>-2.85</c:v>
                </c:pt>
                <c:pt idx="14">
                  <c:v>-2.8</c:v>
                </c:pt>
                <c:pt idx="15">
                  <c:v>-2.75</c:v>
                </c:pt>
                <c:pt idx="16">
                  <c:v>-2.7</c:v>
                </c:pt>
                <c:pt idx="17">
                  <c:v>-2.65</c:v>
                </c:pt>
                <c:pt idx="18">
                  <c:v>-2.6</c:v>
                </c:pt>
                <c:pt idx="19">
                  <c:v>-2.55</c:v>
                </c:pt>
                <c:pt idx="20">
                  <c:v>-2.5</c:v>
                </c:pt>
                <c:pt idx="21">
                  <c:v>-2.45</c:v>
                </c:pt>
                <c:pt idx="22">
                  <c:v>-2.4</c:v>
                </c:pt>
                <c:pt idx="23">
                  <c:v>-2.35</c:v>
                </c:pt>
                <c:pt idx="24">
                  <c:v>-2.3</c:v>
                </c:pt>
                <c:pt idx="25">
                  <c:v>-2.25</c:v>
                </c:pt>
                <c:pt idx="26">
                  <c:v>-2.2</c:v>
                </c:pt>
                <c:pt idx="27">
                  <c:v>-2.15</c:v>
                </c:pt>
                <c:pt idx="28">
                  <c:v>-2.1</c:v>
                </c:pt>
                <c:pt idx="29">
                  <c:v>-2.05</c:v>
                </c:pt>
                <c:pt idx="30">
                  <c:v>-2</c:v>
                </c:pt>
                <c:pt idx="31">
                  <c:v>-1.95</c:v>
                </c:pt>
                <c:pt idx="32">
                  <c:v>-1.9</c:v>
                </c:pt>
                <c:pt idx="33">
                  <c:v>-1.85</c:v>
                </c:pt>
                <c:pt idx="34">
                  <c:v>-1.8</c:v>
                </c:pt>
                <c:pt idx="35">
                  <c:v>-1.75</c:v>
                </c:pt>
                <c:pt idx="36">
                  <c:v>-1.7</c:v>
                </c:pt>
                <c:pt idx="37">
                  <c:v>-1.65</c:v>
                </c:pt>
                <c:pt idx="38">
                  <c:v>-1.6</c:v>
                </c:pt>
                <c:pt idx="39">
                  <c:v>-1.55</c:v>
                </c:pt>
                <c:pt idx="40">
                  <c:v>-1.5</c:v>
                </c:pt>
                <c:pt idx="41">
                  <c:v>-1.45</c:v>
                </c:pt>
                <c:pt idx="42">
                  <c:v>-1.4</c:v>
                </c:pt>
                <c:pt idx="43">
                  <c:v>-1.35</c:v>
                </c:pt>
                <c:pt idx="44">
                  <c:v>-1.3</c:v>
                </c:pt>
                <c:pt idx="45">
                  <c:v>-1.25</c:v>
                </c:pt>
                <c:pt idx="46">
                  <c:v>-1.2</c:v>
                </c:pt>
                <c:pt idx="47">
                  <c:v>-1.15</c:v>
                </c:pt>
                <c:pt idx="48">
                  <c:v>-1.1</c:v>
                </c:pt>
                <c:pt idx="49">
                  <c:v>-1.05</c:v>
                </c:pt>
                <c:pt idx="50">
                  <c:v>-1</c:v>
                </c:pt>
                <c:pt idx="51">
                  <c:v>-0.95</c:v>
                </c:pt>
                <c:pt idx="52">
                  <c:v>-0.9</c:v>
                </c:pt>
                <c:pt idx="53">
                  <c:v>-0.85</c:v>
                </c:pt>
                <c:pt idx="54">
                  <c:v>-0.8</c:v>
                </c:pt>
                <c:pt idx="55">
                  <c:v>-0.75</c:v>
                </c:pt>
                <c:pt idx="56">
                  <c:v>-0.7</c:v>
                </c:pt>
                <c:pt idx="57">
                  <c:v>-0.65</c:v>
                </c:pt>
                <c:pt idx="58">
                  <c:v>-0.6</c:v>
                </c:pt>
                <c:pt idx="59">
                  <c:v>-0.55</c:v>
                </c:pt>
                <c:pt idx="60">
                  <c:v>-0.5</c:v>
                </c:pt>
                <c:pt idx="61">
                  <c:v>-0.45</c:v>
                </c:pt>
                <c:pt idx="62">
                  <c:v>-0.4</c:v>
                </c:pt>
                <c:pt idx="63">
                  <c:v>-0.35</c:v>
                </c:pt>
                <c:pt idx="64">
                  <c:v>-0.3</c:v>
                </c:pt>
                <c:pt idx="65">
                  <c:v>-0.25</c:v>
                </c:pt>
                <c:pt idx="66">
                  <c:v>-0.2</c:v>
                </c:pt>
                <c:pt idx="67">
                  <c:v>-0.15</c:v>
                </c:pt>
                <c:pt idx="68">
                  <c:v>-0.1</c:v>
                </c:pt>
                <c:pt idx="69">
                  <c:v>-0.05</c:v>
                </c:pt>
                <c:pt idx="70">
                  <c:v>0</c:v>
                </c:pt>
                <c:pt idx="71">
                  <c:v>0.05</c:v>
                </c:pt>
                <c:pt idx="72">
                  <c:v>0.1</c:v>
                </c:pt>
                <c:pt idx="73">
                  <c:v>0.15</c:v>
                </c:pt>
                <c:pt idx="74">
                  <c:v>0.2</c:v>
                </c:pt>
                <c:pt idx="75">
                  <c:v>0.25</c:v>
                </c:pt>
                <c:pt idx="76">
                  <c:v>0.3</c:v>
                </c:pt>
                <c:pt idx="77">
                  <c:v>0.35</c:v>
                </c:pt>
                <c:pt idx="78">
                  <c:v>0.4</c:v>
                </c:pt>
                <c:pt idx="79">
                  <c:v>0.45</c:v>
                </c:pt>
                <c:pt idx="80">
                  <c:v>0.5</c:v>
                </c:pt>
                <c:pt idx="81">
                  <c:v>0.55</c:v>
                </c:pt>
                <c:pt idx="82">
                  <c:v>0.6</c:v>
                </c:pt>
                <c:pt idx="83">
                  <c:v>0.65</c:v>
                </c:pt>
                <c:pt idx="84">
                  <c:v>0.7</c:v>
                </c:pt>
                <c:pt idx="85">
                  <c:v>0.75</c:v>
                </c:pt>
                <c:pt idx="86">
                  <c:v>0.8</c:v>
                </c:pt>
                <c:pt idx="87">
                  <c:v>0.85</c:v>
                </c:pt>
                <c:pt idx="88">
                  <c:v>0.9</c:v>
                </c:pt>
                <c:pt idx="89">
                  <c:v>0.95</c:v>
                </c:pt>
                <c:pt idx="90">
                  <c:v>1</c:v>
                </c:pt>
                <c:pt idx="91">
                  <c:v>1.05</c:v>
                </c:pt>
                <c:pt idx="92">
                  <c:v>1.1</c:v>
                </c:pt>
                <c:pt idx="93">
                  <c:v>1.15</c:v>
                </c:pt>
                <c:pt idx="94">
                  <c:v>1.2</c:v>
                </c:pt>
                <c:pt idx="95">
                  <c:v>1.25</c:v>
                </c:pt>
                <c:pt idx="96">
                  <c:v>1.3</c:v>
                </c:pt>
                <c:pt idx="97">
                  <c:v>1.35</c:v>
                </c:pt>
                <c:pt idx="98">
                  <c:v>1.4</c:v>
                </c:pt>
                <c:pt idx="99">
                  <c:v>1.45</c:v>
                </c:pt>
                <c:pt idx="100">
                  <c:v>1.5</c:v>
                </c:pt>
                <c:pt idx="101">
                  <c:v>1.55</c:v>
                </c:pt>
                <c:pt idx="102">
                  <c:v>1.6</c:v>
                </c:pt>
                <c:pt idx="103">
                  <c:v>1.65</c:v>
                </c:pt>
                <c:pt idx="104">
                  <c:v>1.7</c:v>
                </c:pt>
                <c:pt idx="105">
                  <c:v>1.75</c:v>
                </c:pt>
                <c:pt idx="106">
                  <c:v>1.8</c:v>
                </c:pt>
                <c:pt idx="107">
                  <c:v>1.85</c:v>
                </c:pt>
                <c:pt idx="108">
                  <c:v>1.9</c:v>
                </c:pt>
                <c:pt idx="109">
                  <c:v>1.95</c:v>
                </c:pt>
                <c:pt idx="110">
                  <c:v>2</c:v>
                </c:pt>
                <c:pt idx="111">
                  <c:v>2.05</c:v>
                </c:pt>
                <c:pt idx="112">
                  <c:v>2.1</c:v>
                </c:pt>
                <c:pt idx="113">
                  <c:v>2.15</c:v>
                </c:pt>
                <c:pt idx="114">
                  <c:v>2.2</c:v>
                </c:pt>
                <c:pt idx="115">
                  <c:v>2.25</c:v>
                </c:pt>
                <c:pt idx="116">
                  <c:v>2.3</c:v>
                </c:pt>
                <c:pt idx="117">
                  <c:v>2.35</c:v>
                </c:pt>
                <c:pt idx="118">
                  <c:v>2.4</c:v>
                </c:pt>
                <c:pt idx="119">
                  <c:v>2.45</c:v>
                </c:pt>
                <c:pt idx="120">
                  <c:v>2.5</c:v>
                </c:pt>
                <c:pt idx="121">
                  <c:v>2.55</c:v>
                </c:pt>
                <c:pt idx="122">
                  <c:v>2.6</c:v>
                </c:pt>
                <c:pt idx="123">
                  <c:v>2.65</c:v>
                </c:pt>
                <c:pt idx="124">
                  <c:v>2.7</c:v>
                </c:pt>
                <c:pt idx="125">
                  <c:v>2.75</c:v>
                </c:pt>
                <c:pt idx="126">
                  <c:v>2.8</c:v>
                </c:pt>
                <c:pt idx="127">
                  <c:v>2.85</c:v>
                </c:pt>
                <c:pt idx="128">
                  <c:v>2.9</c:v>
                </c:pt>
                <c:pt idx="129">
                  <c:v>2.95</c:v>
                </c:pt>
                <c:pt idx="130">
                  <c:v>3</c:v>
                </c:pt>
                <c:pt idx="131">
                  <c:v>3.05</c:v>
                </c:pt>
                <c:pt idx="132">
                  <c:v>3.1</c:v>
                </c:pt>
                <c:pt idx="133">
                  <c:v>3.15</c:v>
                </c:pt>
                <c:pt idx="134">
                  <c:v>3.2</c:v>
                </c:pt>
                <c:pt idx="135">
                  <c:v>3.25</c:v>
                </c:pt>
                <c:pt idx="136">
                  <c:v>3.3</c:v>
                </c:pt>
                <c:pt idx="137">
                  <c:v>3.35</c:v>
                </c:pt>
                <c:pt idx="138">
                  <c:v>3.4</c:v>
                </c:pt>
                <c:pt idx="139">
                  <c:v>3.45</c:v>
                </c:pt>
                <c:pt idx="140">
                  <c:v>3.5</c:v>
                </c:pt>
              </c:numCache>
            </c:numRef>
          </c:xVal>
          <c:yVal>
            <c:numRef>
              <c:f>'Chart Data'!$J$2:$J$142</c:f>
              <c:numCache>
                <c:formatCode>0.0</c:formatCode>
                <c:ptCount val="141"/>
                <c:pt idx="0">
                  <c:v>0.00103311</c:v>
                </c:pt>
                <c:pt idx="1">
                  <c:v>0.00121171</c:v>
                </c:pt>
                <c:pt idx="2">
                  <c:v>0.00141884</c:v>
                </c:pt>
                <c:pt idx="3">
                  <c:v>0.00165854</c:v>
                </c:pt>
                <c:pt idx="4">
                  <c:v>0.00193538</c:v>
                </c:pt>
                <c:pt idx="5">
                  <c:v>0.00225443</c:v>
                </c:pt>
                <c:pt idx="6">
                  <c:v>0.00262131</c:v>
                </c:pt>
                <c:pt idx="7">
                  <c:v>0.00304229</c:v>
                </c:pt>
                <c:pt idx="8">
                  <c:v>0.00352424</c:v>
                </c:pt>
                <c:pt idx="9">
                  <c:v>0.00407474</c:v>
                </c:pt>
                <c:pt idx="10">
                  <c:v>0.00470209</c:v>
                </c:pt>
                <c:pt idx="11">
                  <c:v>0.00541533</c:v>
                </c:pt>
                <c:pt idx="12">
                  <c:v>0.00622431</c:v>
                </c:pt>
                <c:pt idx="13">
                  <c:v>0.00713967</c:v>
                </c:pt>
                <c:pt idx="14">
                  <c:v>0.00817286</c:v>
                </c:pt>
                <c:pt idx="15">
                  <c:v>0.00933619</c:v>
                </c:pt>
                <c:pt idx="16">
                  <c:v>0.01064278</c:v>
                </c:pt>
                <c:pt idx="17">
                  <c:v>0.01210657</c:v>
                </c:pt>
                <c:pt idx="18">
                  <c:v>0.01374232</c:v>
                </c:pt>
                <c:pt idx="19">
                  <c:v>0.01556552</c:v>
                </c:pt>
                <c:pt idx="20">
                  <c:v>0.01759239</c:v>
                </c:pt>
                <c:pt idx="21">
                  <c:v>0.01983978</c:v>
                </c:pt>
                <c:pt idx="22">
                  <c:v>0.0223251</c:v>
                </c:pt>
                <c:pt idx="23">
                  <c:v>0.02506622</c:v>
                </c:pt>
                <c:pt idx="24">
                  <c:v>0.02808133</c:v>
                </c:pt>
                <c:pt idx="25">
                  <c:v>0.03138882</c:v>
                </c:pt>
                <c:pt idx="26">
                  <c:v>0.03500708</c:v>
                </c:pt>
                <c:pt idx="27">
                  <c:v>0.03895437</c:v>
                </c:pt>
                <c:pt idx="28">
                  <c:v>0.04324858</c:v>
                </c:pt>
                <c:pt idx="29">
                  <c:v>0.04790701</c:v>
                </c:pt>
                <c:pt idx="30">
                  <c:v>0.05294614</c:v>
                </c:pt>
                <c:pt idx="31">
                  <c:v>0.05838135</c:v>
                </c:pt>
                <c:pt idx="32">
                  <c:v>0.06422666</c:v>
                </c:pt>
                <c:pt idx="33">
                  <c:v>0.07049444</c:v>
                </c:pt>
                <c:pt idx="34">
                  <c:v>0.07719508</c:v>
                </c:pt>
                <c:pt idx="35">
                  <c:v>0.08433672</c:v>
                </c:pt>
                <c:pt idx="36">
                  <c:v>0.0919249</c:v>
                </c:pt>
                <c:pt idx="37">
                  <c:v>0.09996228</c:v>
                </c:pt>
                <c:pt idx="38">
                  <c:v>0.10844828</c:v>
                </c:pt>
                <c:pt idx="39">
                  <c:v>0.11737884</c:v>
                </c:pt>
                <c:pt idx="40">
                  <c:v>0.12674606</c:v>
                </c:pt>
                <c:pt idx="41">
                  <c:v>0.13653801</c:v>
                </c:pt>
                <c:pt idx="42">
                  <c:v>0.14673843</c:v>
                </c:pt>
                <c:pt idx="43">
                  <c:v>0.15732654</c:v>
                </c:pt>
                <c:pt idx="44">
                  <c:v>0.16827689</c:v>
                </c:pt>
                <c:pt idx="45">
                  <c:v>0.17955922</c:v>
                </c:pt>
                <c:pt idx="46">
                  <c:v>0.19113839</c:v>
                </c:pt>
                <c:pt idx="47">
                  <c:v>0.20297436</c:v>
                </c:pt>
                <c:pt idx="48">
                  <c:v>0.21502226</c:v>
                </c:pt>
                <c:pt idx="49">
                  <c:v>0.22723247</c:v>
                </c:pt>
                <c:pt idx="50">
                  <c:v>0.23955083</c:v>
                </c:pt>
                <c:pt idx="51">
                  <c:v>0.25191893</c:v>
                </c:pt>
                <c:pt idx="52">
                  <c:v>0.26427437</c:v>
                </c:pt>
                <c:pt idx="53">
                  <c:v>0.27655126</c:v>
                </c:pt>
                <c:pt idx="54">
                  <c:v>0.28868063</c:v>
                </c:pt>
                <c:pt idx="55">
                  <c:v>0.30059105</c:v>
                </c:pt>
                <c:pt idx="56">
                  <c:v>0.31220925</c:v>
                </c:pt>
                <c:pt idx="57">
                  <c:v>0.32346079</c:v>
                </c:pt>
                <c:pt idx="58">
                  <c:v>0.33427083</c:v>
                </c:pt>
                <c:pt idx="59">
                  <c:v>0.34456493</c:v>
                </c:pt>
                <c:pt idx="60">
                  <c:v>0.35426987</c:v>
                </c:pt>
                <c:pt idx="61">
                  <c:v>0.36331451</c:v>
                </c:pt>
                <c:pt idx="62">
                  <c:v>0.37163068</c:v>
                </c:pt>
                <c:pt idx="63">
                  <c:v>0.379154</c:v>
                </c:pt>
                <c:pt idx="64">
                  <c:v>0.38582477</c:v>
                </c:pt>
                <c:pt idx="65">
                  <c:v>0.39158874</c:v>
                </c:pt>
                <c:pt idx="66">
                  <c:v>0.3963979</c:v>
                </c:pt>
                <c:pt idx="67">
                  <c:v>0.40021116</c:v>
                </c:pt>
                <c:pt idx="68">
                  <c:v>0.40299499</c:v>
                </c:pt>
                <c:pt idx="69">
                  <c:v>0.40472389</c:v>
                </c:pt>
                <c:pt idx="70">
                  <c:v>0.40538087</c:v>
                </c:pt>
                <c:pt idx="71">
                  <c:v>0.40495769</c:v>
                </c:pt>
                <c:pt idx="72">
                  <c:v>0.40345511</c:v>
                </c:pt>
                <c:pt idx="73">
                  <c:v>0.40088288</c:v>
                </c:pt>
                <c:pt idx="74">
                  <c:v>0.3972597</c:v>
                </c:pt>
                <c:pt idx="75">
                  <c:v>0.39261298</c:v>
                </c:pt>
                <c:pt idx="76">
                  <c:v>0.38697854</c:v>
                </c:pt>
                <c:pt idx="77">
                  <c:v>0.38040013</c:v>
                </c:pt>
                <c:pt idx="78">
                  <c:v>0.37292883</c:v>
                </c:pt>
                <c:pt idx="79">
                  <c:v>0.36462243</c:v>
                </c:pt>
                <c:pt idx="80">
                  <c:v>0.35554462</c:v>
                </c:pt>
                <c:pt idx="81">
                  <c:v>0.34576417</c:v>
                </c:pt>
                <c:pt idx="82">
                  <c:v>0.335354</c:v>
                </c:pt>
                <c:pt idx="83">
                  <c:v>0.32439026</c:v>
                </c:pt>
                <c:pt idx="84">
                  <c:v>0.31295136</c:v>
                </c:pt>
                <c:pt idx="85">
                  <c:v>0.301117</c:v>
                </c:pt>
                <c:pt idx="86">
                  <c:v>0.28896717</c:v>
                </c:pt>
                <c:pt idx="87">
                  <c:v>0.27658127</c:v>
                </c:pt>
                <c:pt idx="88">
                  <c:v>0.2640372</c:v>
                </c:pt>
                <c:pt idx="89">
                  <c:v>0.25141053</c:v>
                </c:pt>
                <c:pt idx="90">
                  <c:v>0.23877374</c:v>
                </c:pt>
                <c:pt idx="91">
                  <c:v>0.22619556</c:v>
                </c:pt>
                <c:pt idx="92">
                  <c:v>0.21374036</c:v>
                </c:pt>
                <c:pt idx="93">
                  <c:v>0.2014677</c:v>
                </c:pt>
                <c:pt idx="94">
                  <c:v>0.18943193</c:v>
                </c:pt>
                <c:pt idx="95">
                  <c:v>0.17768187</c:v>
                </c:pt>
                <c:pt idx="96">
                  <c:v>0.16626067</c:v>
                </c:pt>
                <c:pt idx="97">
                  <c:v>0.15520569</c:v>
                </c:pt>
                <c:pt idx="98">
                  <c:v>0.14454853</c:v>
                </c:pt>
                <c:pt idx="99">
                  <c:v>0.13431506</c:v>
                </c:pt>
                <c:pt idx="100">
                  <c:v>0.12452564</c:v>
                </c:pt>
                <c:pt idx="101">
                  <c:v>0.11519532</c:v>
                </c:pt>
                <c:pt idx="102">
                  <c:v>0.10633413</c:v>
                </c:pt>
                <c:pt idx="103">
                  <c:v>0.0979474</c:v>
                </c:pt>
                <c:pt idx="104">
                  <c:v>0.09003615</c:v>
                </c:pt>
                <c:pt idx="105">
                  <c:v>0.08259749</c:v>
                </c:pt>
                <c:pt idx="106">
                  <c:v>0.07562504</c:v>
                </c:pt>
                <c:pt idx="107">
                  <c:v>0.0691093</c:v>
                </c:pt>
                <c:pt idx="108">
                  <c:v>0.06303814</c:v>
                </c:pt>
                <c:pt idx="109">
                  <c:v>0.05739721</c:v>
                </c:pt>
                <c:pt idx="110">
                  <c:v>0.05217029</c:v>
                </c:pt>
                <c:pt idx="111">
                  <c:v>0.04733971</c:v>
                </c:pt>
                <c:pt idx="112">
                  <c:v>0.04288673</c:v>
                </c:pt>
                <c:pt idx="113">
                  <c:v>0.03879181</c:v>
                </c:pt>
                <c:pt idx="114">
                  <c:v>0.03503497</c:v>
                </c:pt>
                <c:pt idx="115">
                  <c:v>0.03159603</c:v>
                </c:pt>
                <c:pt idx="116">
                  <c:v>0.02845486</c:v>
                </c:pt>
                <c:pt idx="117">
                  <c:v>0.02559155</c:v>
                </c:pt>
                <c:pt idx="118">
                  <c:v>0.02298667</c:v>
                </c:pt>
                <c:pt idx="119">
                  <c:v>0.02062132</c:v>
                </c:pt>
                <c:pt idx="120">
                  <c:v>0.0184773</c:v>
                </c:pt>
                <c:pt idx="121">
                  <c:v>0.0165372</c:v>
                </c:pt>
                <c:pt idx="122">
                  <c:v>0.01478445</c:v>
                </c:pt>
                <c:pt idx="123">
                  <c:v>0.01320339</c:v>
                </c:pt>
                <c:pt idx="124">
                  <c:v>0.01177926</c:v>
                </c:pt>
                <c:pt idx="125">
                  <c:v>0.01049825</c:v>
                </c:pt>
                <c:pt idx="126">
                  <c:v>0.00934748</c:v>
                </c:pt>
                <c:pt idx="127">
                  <c:v>0.008315</c:v>
                </c:pt>
                <c:pt idx="128">
                  <c:v>0.00738973</c:v>
                </c:pt>
                <c:pt idx="129">
                  <c:v>0.00656147</c:v>
                </c:pt>
                <c:pt idx="130">
                  <c:v>0.00582084</c:v>
                </c:pt>
                <c:pt idx="131">
                  <c:v>0.00515925</c:v>
                </c:pt>
                <c:pt idx="132">
                  <c:v>0.00456884</c:v>
                </c:pt>
                <c:pt idx="133">
                  <c:v>0.00404245</c:v>
                </c:pt>
                <c:pt idx="134">
                  <c:v>0.00357357</c:v>
                </c:pt>
                <c:pt idx="135">
                  <c:v>0.00315629</c:v>
                </c:pt>
                <c:pt idx="136">
                  <c:v>0.00278526</c:v>
                </c:pt>
                <c:pt idx="137">
                  <c:v>0.00245564</c:v>
                </c:pt>
                <c:pt idx="138">
                  <c:v>0.00216305</c:v>
                </c:pt>
                <c:pt idx="139">
                  <c:v>0.00190356</c:v>
                </c:pt>
                <c:pt idx="140">
                  <c:v>0.00167362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661879960850854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주변 밀도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3.5"/>
          <c:min val="-3.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표준화된 현재 진동0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학습 BIC (낮을수록 선택)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BIC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990033"/>
              </a:solidFill>
            </c:spPr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4</c:v>
                </c:pt>
              </c:numCache>
            </c:numRef>
          </c:xVal>
          <c:yVal>
            <c:numRef>
              <c:f>'Chart Data'!$B$2:$B$4</c:f>
              <c:numCache>
                <c:formatCode>0</c:formatCode>
                <c:ptCount val="3"/>
                <c:pt idx="0">
                  <c:v>142766.83774533</c:v>
                </c:pt>
                <c:pt idx="1">
                  <c:v>139307.32752565</c:v>
                </c:pt>
                <c:pt idx="2">
                  <c:v>135342.12202876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4000"/>
          <c:min val="134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BIC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성분 수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이상 fault_0002의 점수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GMM 점수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Data'!$A$2:$A$49</c:f>
              <c:numCache>
                <c:formatCode>General</c:formatCode>
                <c:ptCount val="48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0.6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</c:v>
                </c:pt>
                <c:pt idx="9">
                  <c:v>1.1</c:v>
                </c:pt>
                <c:pt idx="10">
                  <c:v>1.2</c:v>
                </c:pt>
                <c:pt idx="11">
                  <c:v>1.3</c:v>
                </c:pt>
                <c:pt idx="12">
                  <c:v>1.4</c:v>
                </c:pt>
                <c:pt idx="13">
                  <c:v>1.5</c:v>
                </c:pt>
                <c:pt idx="14">
                  <c:v>1.6</c:v>
                </c:pt>
                <c:pt idx="15">
                  <c:v>1.7</c:v>
                </c:pt>
                <c:pt idx="16">
                  <c:v>1.8</c:v>
                </c:pt>
                <c:pt idx="17">
                  <c:v>1.9</c:v>
                </c:pt>
                <c:pt idx="18">
                  <c:v>2</c:v>
                </c:pt>
                <c:pt idx="19">
                  <c:v>2.1</c:v>
                </c:pt>
                <c:pt idx="20">
                  <c:v>2.2</c:v>
                </c:pt>
                <c:pt idx="21">
                  <c:v>2.3</c:v>
                </c:pt>
                <c:pt idx="22">
                  <c:v>2.4</c:v>
                </c:pt>
                <c:pt idx="23">
                  <c:v>2.5</c:v>
                </c:pt>
                <c:pt idx="24">
                  <c:v>2.6</c:v>
                </c:pt>
                <c:pt idx="25">
                  <c:v>2.7</c:v>
                </c:pt>
                <c:pt idx="26">
                  <c:v>2.8</c:v>
                </c:pt>
                <c:pt idx="27">
                  <c:v>2.9</c:v>
                </c:pt>
                <c:pt idx="28">
                  <c:v>3</c:v>
                </c:pt>
                <c:pt idx="29">
                  <c:v>3.1</c:v>
                </c:pt>
                <c:pt idx="30">
                  <c:v>3.2</c:v>
                </c:pt>
                <c:pt idx="31">
                  <c:v>3.3</c:v>
                </c:pt>
                <c:pt idx="32">
                  <c:v>3.4</c:v>
                </c:pt>
                <c:pt idx="33">
                  <c:v>3.5</c:v>
                </c:pt>
                <c:pt idx="34">
                  <c:v>3.6</c:v>
                </c:pt>
                <c:pt idx="35">
                  <c:v>3.7</c:v>
                </c:pt>
                <c:pt idx="36">
                  <c:v>3.8</c:v>
                </c:pt>
                <c:pt idx="37">
                  <c:v>3.9</c:v>
                </c:pt>
                <c:pt idx="38">
                  <c:v>4</c:v>
                </c:pt>
                <c:pt idx="39">
                  <c:v>4.1</c:v>
                </c:pt>
                <c:pt idx="40">
                  <c:v>4.2</c:v>
                </c:pt>
                <c:pt idx="41">
                  <c:v>4.3</c:v>
                </c:pt>
                <c:pt idx="42">
                  <c:v>4.4</c:v>
                </c:pt>
                <c:pt idx="43">
                  <c:v>4.5</c:v>
                </c:pt>
                <c:pt idx="44">
                  <c:v>4.6</c:v>
                </c:pt>
                <c:pt idx="45">
                  <c:v>4.7</c:v>
                </c:pt>
                <c:pt idx="46">
                  <c:v>4.8</c:v>
                </c:pt>
                <c:pt idx="47">
                  <c:v>4.9</c:v>
                </c:pt>
              </c:numCache>
            </c:numRef>
          </c:xVal>
          <c:yVal>
            <c:numRef>
              <c:f>'Chart Data'!$B$2:$B$49</c:f>
              <c:numCache>
                <c:formatCode>0.0</c:formatCode>
                <c:ptCount val="48"/>
                <c:pt idx="0">
                  <c:v>58.42894467</c:v>
                </c:pt>
                <c:pt idx="1">
                  <c:v>58.29620625</c:v>
                </c:pt>
                <c:pt idx="2">
                  <c:v>34.40158461</c:v>
                </c:pt>
                <c:pt idx="3">
                  <c:v>24.8999702</c:v>
                </c:pt>
                <c:pt idx="4">
                  <c:v>17.93812046</c:v>
                </c:pt>
                <c:pt idx="5">
                  <c:v>25.91559541</c:v>
                </c:pt>
                <c:pt idx="6">
                  <c:v>112.67229704</c:v>
                </c:pt>
                <c:pt idx="7">
                  <c:v>203.06261298</c:v>
                </c:pt>
                <c:pt idx="8">
                  <c:v>238.00624448</c:v>
                </c:pt>
                <c:pt idx="9">
                  <c:v>214.77643809</c:v>
                </c:pt>
                <c:pt idx="10">
                  <c:v>248.96781947</c:v>
                </c:pt>
                <c:pt idx="11">
                  <c:v>333.78673975</c:v>
                </c:pt>
                <c:pt idx="12">
                  <c:v>361.71404851</c:v>
                </c:pt>
                <c:pt idx="13">
                  <c:v>257.68958945</c:v>
                </c:pt>
                <c:pt idx="14">
                  <c:v>108.0675904</c:v>
                </c:pt>
                <c:pt idx="15">
                  <c:v>152.21798061</c:v>
                </c:pt>
                <c:pt idx="16">
                  <c:v>181.8160975</c:v>
                </c:pt>
                <c:pt idx="17">
                  <c:v>191.93649708</c:v>
                </c:pt>
                <c:pt idx="18">
                  <c:v>227.12102744</c:v>
                </c:pt>
                <c:pt idx="19">
                  <c:v>270.36805547</c:v>
                </c:pt>
                <c:pt idx="20">
                  <c:v>277.74997521</c:v>
                </c:pt>
                <c:pt idx="21">
                  <c:v>401.68451543</c:v>
                </c:pt>
                <c:pt idx="22">
                  <c:v>195.20047034</c:v>
                </c:pt>
                <c:pt idx="23">
                  <c:v>93.04549099</c:v>
                </c:pt>
                <c:pt idx="24">
                  <c:v>24.55913864</c:v>
                </c:pt>
                <c:pt idx="25">
                  <c:v>19.01651687</c:v>
                </c:pt>
                <c:pt idx="26">
                  <c:v>9.07620005</c:v>
                </c:pt>
                <c:pt idx="27">
                  <c:v>17.050387</c:v>
                </c:pt>
                <c:pt idx="28">
                  <c:v>20.11766694</c:v>
                </c:pt>
                <c:pt idx="29">
                  <c:v>27.4811162</c:v>
                </c:pt>
                <c:pt idx="30">
                  <c:v>24.81985823</c:v>
                </c:pt>
                <c:pt idx="31">
                  <c:v>23.05107255</c:v>
                </c:pt>
                <c:pt idx="32">
                  <c:v>25.28122353</c:v>
                </c:pt>
                <c:pt idx="33">
                  <c:v>12.2441548</c:v>
                </c:pt>
                <c:pt idx="34">
                  <c:v>12.69556361</c:v>
                </c:pt>
                <c:pt idx="35">
                  <c:v>12.19032888</c:v>
                </c:pt>
                <c:pt idx="36">
                  <c:v>27.24343136</c:v>
                </c:pt>
                <c:pt idx="37">
                  <c:v>16.78808537</c:v>
                </c:pt>
                <c:pt idx="38">
                  <c:v>19.84508076</c:v>
                </c:pt>
                <c:pt idx="39">
                  <c:v>16.80455628</c:v>
                </c:pt>
                <c:pt idx="40">
                  <c:v>17.08079573</c:v>
                </c:pt>
                <c:pt idx="41">
                  <c:v>14.28171862</c:v>
                </c:pt>
                <c:pt idx="42">
                  <c:v>16.22714197</c:v>
                </c:pt>
                <c:pt idx="43">
                  <c:v>14.24984731</c:v>
                </c:pt>
                <c:pt idx="44">
                  <c:v>12.37785532</c:v>
                </c:pt>
                <c:pt idx="45">
                  <c:v>13.50203001</c:v>
                </c:pt>
                <c:pt idx="46">
                  <c:v>13.47482784</c:v>
                </c:pt>
                <c:pt idx="47">
                  <c:v>16.38084619</c:v>
                </c:pt>
              </c:numCache>
            </c:numRef>
          </c:yVal>
        </c:ser>
        <c:ser>
          <c:idx val="1"/>
          <c:order val="1"/>
          <c:tx>
            <c:v>임계값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9050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Data'!$C$2:$C$49</c:f>
              <c:numCache>
                <c:formatCode>General</c:formatCode>
                <c:ptCount val="48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0.6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</c:v>
                </c:pt>
                <c:pt idx="9">
                  <c:v>1.1</c:v>
                </c:pt>
                <c:pt idx="10">
                  <c:v>1.2</c:v>
                </c:pt>
                <c:pt idx="11">
                  <c:v>1.3</c:v>
                </c:pt>
                <c:pt idx="12">
                  <c:v>1.4</c:v>
                </c:pt>
                <c:pt idx="13">
                  <c:v>1.5</c:v>
                </c:pt>
                <c:pt idx="14">
                  <c:v>1.6</c:v>
                </c:pt>
                <c:pt idx="15">
                  <c:v>1.7</c:v>
                </c:pt>
                <c:pt idx="16">
                  <c:v>1.8</c:v>
                </c:pt>
                <c:pt idx="17">
                  <c:v>1.9</c:v>
                </c:pt>
                <c:pt idx="18">
                  <c:v>2</c:v>
                </c:pt>
                <c:pt idx="19">
                  <c:v>2.1</c:v>
                </c:pt>
                <c:pt idx="20">
                  <c:v>2.2</c:v>
                </c:pt>
                <c:pt idx="21">
                  <c:v>2.3</c:v>
                </c:pt>
                <c:pt idx="22">
                  <c:v>2.4</c:v>
                </c:pt>
                <c:pt idx="23">
                  <c:v>2.5</c:v>
                </c:pt>
                <c:pt idx="24">
                  <c:v>2.6</c:v>
                </c:pt>
                <c:pt idx="25">
                  <c:v>2.7</c:v>
                </c:pt>
                <c:pt idx="26">
                  <c:v>2.8</c:v>
                </c:pt>
                <c:pt idx="27">
                  <c:v>2.9</c:v>
                </c:pt>
                <c:pt idx="28">
                  <c:v>3</c:v>
                </c:pt>
                <c:pt idx="29">
                  <c:v>3.1</c:v>
                </c:pt>
                <c:pt idx="30">
                  <c:v>3.2</c:v>
                </c:pt>
                <c:pt idx="31">
                  <c:v>3.3</c:v>
                </c:pt>
                <c:pt idx="32">
                  <c:v>3.4</c:v>
                </c:pt>
                <c:pt idx="33">
                  <c:v>3.5</c:v>
                </c:pt>
                <c:pt idx="34">
                  <c:v>3.6</c:v>
                </c:pt>
                <c:pt idx="35">
                  <c:v>3.7</c:v>
                </c:pt>
                <c:pt idx="36">
                  <c:v>3.8</c:v>
                </c:pt>
                <c:pt idx="37">
                  <c:v>3.9</c:v>
                </c:pt>
                <c:pt idx="38">
                  <c:v>4</c:v>
                </c:pt>
                <c:pt idx="39">
                  <c:v>4.1</c:v>
                </c:pt>
                <c:pt idx="40">
                  <c:v>4.2</c:v>
                </c:pt>
                <c:pt idx="41">
                  <c:v>4.3</c:v>
                </c:pt>
                <c:pt idx="42">
                  <c:v>4.4</c:v>
                </c:pt>
                <c:pt idx="43">
                  <c:v>4.5</c:v>
                </c:pt>
                <c:pt idx="44">
                  <c:v>4.6</c:v>
                </c:pt>
                <c:pt idx="45">
                  <c:v>4.7</c:v>
                </c:pt>
                <c:pt idx="46">
                  <c:v>4.8</c:v>
                </c:pt>
                <c:pt idx="47">
                  <c:v>4.9</c:v>
                </c:pt>
              </c:numCache>
            </c:numRef>
          </c:xVal>
          <c:yVal>
            <c:numRef>
              <c:f>'Chart Data'!$D$2:$D$49</c:f>
              <c:numCache>
                <c:formatCode>0.0</c:formatCode>
                <c:ptCount val="48"/>
                <c:pt idx="0">
                  <c:v>13.91582914</c:v>
                </c:pt>
                <c:pt idx="1">
                  <c:v>13.91582914</c:v>
                </c:pt>
                <c:pt idx="2">
                  <c:v>13.91582914</c:v>
                </c:pt>
                <c:pt idx="3">
                  <c:v>13.91582914</c:v>
                </c:pt>
                <c:pt idx="4">
                  <c:v>13.91582914</c:v>
                </c:pt>
                <c:pt idx="5">
                  <c:v>13.91582914</c:v>
                </c:pt>
                <c:pt idx="6">
                  <c:v>13.91582914</c:v>
                </c:pt>
                <c:pt idx="7">
                  <c:v>13.91582914</c:v>
                </c:pt>
                <c:pt idx="8">
                  <c:v>13.91582914</c:v>
                </c:pt>
                <c:pt idx="9">
                  <c:v>13.91582914</c:v>
                </c:pt>
                <c:pt idx="10">
                  <c:v>13.91582914</c:v>
                </c:pt>
                <c:pt idx="11">
                  <c:v>13.91582914</c:v>
                </c:pt>
                <c:pt idx="12">
                  <c:v>13.91582914</c:v>
                </c:pt>
                <c:pt idx="13">
                  <c:v>13.91582914</c:v>
                </c:pt>
                <c:pt idx="14">
                  <c:v>13.91582914</c:v>
                </c:pt>
                <c:pt idx="15">
                  <c:v>13.91582914</c:v>
                </c:pt>
                <c:pt idx="16">
                  <c:v>13.91582914</c:v>
                </c:pt>
                <c:pt idx="17">
                  <c:v>13.91582914</c:v>
                </c:pt>
                <c:pt idx="18">
                  <c:v>13.91582914</c:v>
                </c:pt>
                <c:pt idx="19">
                  <c:v>13.91582914</c:v>
                </c:pt>
                <c:pt idx="20">
                  <c:v>13.91582914</c:v>
                </c:pt>
                <c:pt idx="21">
                  <c:v>13.91582914</c:v>
                </c:pt>
                <c:pt idx="22">
                  <c:v>13.91582914</c:v>
                </c:pt>
                <c:pt idx="23">
                  <c:v>13.91582914</c:v>
                </c:pt>
                <c:pt idx="24">
                  <c:v>13.91582914</c:v>
                </c:pt>
                <c:pt idx="25">
                  <c:v>13.91582914</c:v>
                </c:pt>
                <c:pt idx="26">
                  <c:v>13.91582914</c:v>
                </c:pt>
                <c:pt idx="27">
                  <c:v>13.91582914</c:v>
                </c:pt>
                <c:pt idx="28">
                  <c:v>13.91582914</c:v>
                </c:pt>
                <c:pt idx="29">
                  <c:v>13.91582914</c:v>
                </c:pt>
                <c:pt idx="30">
                  <c:v>13.91582914</c:v>
                </c:pt>
                <c:pt idx="31">
                  <c:v>13.91582914</c:v>
                </c:pt>
                <c:pt idx="32">
                  <c:v>13.91582914</c:v>
                </c:pt>
                <c:pt idx="33">
                  <c:v>13.91582914</c:v>
                </c:pt>
                <c:pt idx="34">
                  <c:v>13.91582914</c:v>
                </c:pt>
                <c:pt idx="35">
                  <c:v>13.91582914</c:v>
                </c:pt>
                <c:pt idx="36">
                  <c:v>13.91582914</c:v>
                </c:pt>
                <c:pt idx="37">
                  <c:v>13.91582914</c:v>
                </c:pt>
                <c:pt idx="38">
                  <c:v>13.91582914</c:v>
                </c:pt>
                <c:pt idx="39">
                  <c:v>13.91582914</c:v>
                </c:pt>
                <c:pt idx="40">
                  <c:v>13.91582914</c:v>
                </c:pt>
                <c:pt idx="41">
                  <c:v>13.91582914</c:v>
                </c:pt>
                <c:pt idx="42">
                  <c:v>13.91582914</c:v>
                </c:pt>
                <c:pt idx="43">
                  <c:v>13.91582914</c:v>
                </c:pt>
                <c:pt idx="44">
                  <c:v>13.91582914</c:v>
                </c:pt>
                <c:pt idx="45">
                  <c:v>13.91582914</c:v>
                </c:pt>
                <c:pt idx="46">
                  <c:v>13.91582914</c:v>
                </c:pt>
                <c:pt idx="47">
                  <c:v>13.91582914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49.886657284857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음의 로그밀도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4.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클립 시작 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 시작 후 누적 첫 경보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진동만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28575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  <c:pt idx="6">
                  <c:v>0.3</c:v>
                </c:pt>
                <c:pt idx="7">
                  <c:v>0.4</c:v>
                </c:pt>
                <c:pt idx="8">
                  <c:v>0.4</c:v>
                </c:pt>
                <c:pt idx="9">
                  <c:v>0.5</c:v>
                </c:pt>
                <c:pt idx="10">
                  <c:v>0.5</c:v>
                </c:pt>
                <c:pt idx="11">
                  <c:v>0.6</c:v>
                </c:pt>
                <c:pt idx="12">
                  <c:v>0.6</c:v>
                </c:pt>
                <c:pt idx="13">
                  <c:v>0.7</c:v>
                </c:pt>
                <c:pt idx="14">
                  <c:v>0.7</c:v>
                </c:pt>
                <c:pt idx="15">
                  <c:v>0.8</c:v>
                </c:pt>
                <c:pt idx="16">
                  <c:v>0.8</c:v>
                </c:pt>
                <c:pt idx="17">
                  <c:v>0.9</c:v>
                </c:pt>
                <c:pt idx="18">
                  <c:v>0.9</c:v>
                </c:pt>
                <c:pt idx="19">
                  <c:v>1</c:v>
                </c:pt>
                <c:pt idx="20">
                  <c:v>1</c:v>
                </c:pt>
                <c:pt idx="21">
                  <c:v>1.1</c:v>
                </c:pt>
                <c:pt idx="22">
                  <c:v>1.1</c:v>
                </c:pt>
                <c:pt idx="23">
                  <c:v>1.2</c:v>
                </c:pt>
                <c:pt idx="24">
                  <c:v>1.2</c:v>
                </c:pt>
                <c:pt idx="25">
                  <c:v>1.3</c:v>
                </c:pt>
                <c:pt idx="26">
                  <c:v>1.3</c:v>
                </c:pt>
                <c:pt idx="27">
                  <c:v>1.4</c:v>
                </c:pt>
                <c:pt idx="28">
                  <c:v>1.4</c:v>
                </c:pt>
                <c:pt idx="29">
                  <c:v>1.5</c:v>
                </c:pt>
                <c:pt idx="30">
                  <c:v>1.5</c:v>
                </c:pt>
                <c:pt idx="31">
                  <c:v>1.6</c:v>
                </c:pt>
                <c:pt idx="32">
                  <c:v>1.6</c:v>
                </c:pt>
                <c:pt idx="33">
                  <c:v>1.7</c:v>
                </c:pt>
                <c:pt idx="34">
                  <c:v>1.7</c:v>
                </c:pt>
                <c:pt idx="35">
                  <c:v>1.8</c:v>
                </c:pt>
                <c:pt idx="36">
                  <c:v>1.8</c:v>
                </c:pt>
                <c:pt idx="37">
                  <c:v>1.9</c:v>
                </c:pt>
                <c:pt idx="38">
                  <c:v>1.9</c:v>
                </c:pt>
                <c:pt idx="39">
                  <c:v>2</c:v>
                </c:pt>
                <c:pt idx="40">
                  <c:v>2</c:v>
                </c:pt>
              </c:numCache>
            </c:numRef>
          </c:xVal>
          <c:yVal>
            <c:numRef>
              <c:f>'Chart Data'!$B$2:$B$42</c:f>
              <c:numCache>
                <c:formatCode>0%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0.73015873</c:v>
                </c:pt>
                <c:pt idx="5">
                  <c:v>0.73015873</c:v>
                </c:pt>
                <c:pt idx="6">
                  <c:v>0.76190476</c:v>
                </c:pt>
                <c:pt idx="7">
                  <c:v>0.76190476</c:v>
                </c:pt>
                <c:pt idx="8">
                  <c:v>0.76190476</c:v>
                </c:pt>
                <c:pt idx="9">
                  <c:v>0.76190476</c:v>
                </c:pt>
                <c:pt idx="10">
                  <c:v>0.76190476</c:v>
                </c:pt>
                <c:pt idx="11">
                  <c:v>0.76190476</c:v>
                </c:pt>
                <c:pt idx="12">
                  <c:v>0.76190476</c:v>
                </c:pt>
                <c:pt idx="13">
                  <c:v>0.76190476</c:v>
                </c:pt>
                <c:pt idx="14">
                  <c:v>0.76190476</c:v>
                </c:pt>
                <c:pt idx="15">
                  <c:v>0.76190476</c:v>
                </c:pt>
                <c:pt idx="16">
                  <c:v>0.76190476</c:v>
                </c:pt>
                <c:pt idx="17">
                  <c:v>0.76190476</c:v>
                </c:pt>
                <c:pt idx="18">
                  <c:v>0.80952381</c:v>
                </c:pt>
                <c:pt idx="19">
                  <c:v>0.80952381</c:v>
                </c:pt>
                <c:pt idx="20">
                  <c:v>0.80952381</c:v>
                </c:pt>
                <c:pt idx="21">
                  <c:v>0.80952381</c:v>
                </c:pt>
                <c:pt idx="22">
                  <c:v>0.80952381</c:v>
                </c:pt>
                <c:pt idx="23">
                  <c:v>0.80952381</c:v>
                </c:pt>
                <c:pt idx="24">
                  <c:v>0.80952381</c:v>
                </c:pt>
                <c:pt idx="25">
                  <c:v>0.80952381</c:v>
                </c:pt>
                <c:pt idx="26">
                  <c:v>0.80952381</c:v>
                </c:pt>
                <c:pt idx="27">
                  <c:v>0.80952381</c:v>
                </c:pt>
                <c:pt idx="28">
                  <c:v>0.80952381</c:v>
                </c:pt>
                <c:pt idx="29">
                  <c:v>0.80952381</c:v>
                </c:pt>
                <c:pt idx="30">
                  <c:v>0.80952381</c:v>
                </c:pt>
                <c:pt idx="31">
                  <c:v>0.80952381</c:v>
                </c:pt>
                <c:pt idx="32">
                  <c:v>0.80952381</c:v>
                </c:pt>
                <c:pt idx="33">
                  <c:v>0.80952381</c:v>
                </c:pt>
                <c:pt idx="34">
                  <c:v>0.80952381</c:v>
                </c:pt>
                <c:pt idx="35">
                  <c:v>0.80952381</c:v>
                </c:pt>
                <c:pt idx="36">
                  <c:v>0.80952381</c:v>
                </c:pt>
                <c:pt idx="37">
                  <c:v>0.80952381</c:v>
                </c:pt>
                <c:pt idx="38">
                  <c:v>0.80952381</c:v>
                </c:pt>
                <c:pt idx="39">
                  <c:v>0.80952381</c:v>
                </c:pt>
                <c:pt idx="40">
                  <c:v>0.85714286</c:v>
                </c:pt>
              </c:numCache>
            </c:numRef>
          </c:yVal>
        </c:ser>
        <c:ser>
          <c:idx val="1"/>
          <c:order val="1"/>
          <c:tx>
            <c:v>3센서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6193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Data'!$C$2:$C$42</c:f>
              <c:numCache>
                <c:formatCode>General</c:formatCode>
                <c:ptCount val="41"/>
                <c:pt idx="0">
                  <c:v>0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  <c:pt idx="6">
                  <c:v>0.3</c:v>
                </c:pt>
                <c:pt idx="7">
                  <c:v>0.4</c:v>
                </c:pt>
                <c:pt idx="8">
                  <c:v>0.4</c:v>
                </c:pt>
                <c:pt idx="9">
                  <c:v>0.5</c:v>
                </c:pt>
                <c:pt idx="10">
                  <c:v>0.5</c:v>
                </c:pt>
                <c:pt idx="11">
                  <c:v>0.6</c:v>
                </c:pt>
                <c:pt idx="12">
                  <c:v>0.6</c:v>
                </c:pt>
                <c:pt idx="13">
                  <c:v>0.7</c:v>
                </c:pt>
                <c:pt idx="14">
                  <c:v>0.7</c:v>
                </c:pt>
                <c:pt idx="15">
                  <c:v>0.8</c:v>
                </c:pt>
                <c:pt idx="16">
                  <c:v>0.8</c:v>
                </c:pt>
                <c:pt idx="17">
                  <c:v>0.9</c:v>
                </c:pt>
                <c:pt idx="18">
                  <c:v>0.9</c:v>
                </c:pt>
                <c:pt idx="19">
                  <c:v>1</c:v>
                </c:pt>
                <c:pt idx="20">
                  <c:v>1</c:v>
                </c:pt>
                <c:pt idx="21">
                  <c:v>1.1</c:v>
                </c:pt>
                <c:pt idx="22">
                  <c:v>1.1</c:v>
                </c:pt>
                <c:pt idx="23">
                  <c:v>1.2</c:v>
                </c:pt>
                <c:pt idx="24">
                  <c:v>1.2</c:v>
                </c:pt>
                <c:pt idx="25">
                  <c:v>1.3</c:v>
                </c:pt>
                <c:pt idx="26">
                  <c:v>1.3</c:v>
                </c:pt>
                <c:pt idx="27">
                  <c:v>1.4</c:v>
                </c:pt>
                <c:pt idx="28">
                  <c:v>1.4</c:v>
                </c:pt>
                <c:pt idx="29">
                  <c:v>1.5</c:v>
                </c:pt>
                <c:pt idx="30">
                  <c:v>1.5</c:v>
                </c:pt>
                <c:pt idx="31">
                  <c:v>1.6</c:v>
                </c:pt>
                <c:pt idx="32">
                  <c:v>1.6</c:v>
                </c:pt>
                <c:pt idx="33">
                  <c:v>1.7</c:v>
                </c:pt>
                <c:pt idx="34">
                  <c:v>1.7</c:v>
                </c:pt>
                <c:pt idx="35">
                  <c:v>1.8</c:v>
                </c:pt>
                <c:pt idx="36">
                  <c:v>1.8</c:v>
                </c:pt>
                <c:pt idx="37">
                  <c:v>1.9</c:v>
                </c:pt>
                <c:pt idx="38">
                  <c:v>1.9</c:v>
                </c:pt>
                <c:pt idx="39">
                  <c:v>2</c:v>
                </c:pt>
                <c:pt idx="40">
                  <c:v>2</c:v>
                </c:pt>
              </c:numCache>
            </c:numRef>
          </c:xVal>
          <c:yVal>
            <c:numRef>
              <c:f>'Chart Data'!$D$2:$D$42</c:f>
              <c:numCache>
                <c:formatCode>0%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0.85714286</c:v>
                </c:pt>
                <c:pt idx="5">
                  <c:v>0.85714286</c:v>
                </c:pt>
                <c:pt idx="6">
                  <c:v>0.98412698</c:v>
                </c:pt>
                <c:pt idx="7">
                  <c:v>0.98412698</c:v>
                </c:pt>
                <c:pt idx="8">
                  <c:v>0.98412698</c:v>
                </c:pt>
                <c:pt idx="9">
                  <c:v>0.98412698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</c:numCache>
            </c:numRef>
          </c:yVal>
        </c:ser>
        <c:ser>
          <c:idx val="2"/>
          <c:order val="2"/>
          <c:tx>
            <c:v>전류만</c:v>
          </c:tx>
          <c:spPr>
            <a:solidFill xmlns:a="http://schemas.openxmlformats.org/drawingml/2006/main">
              <a:srgbClr val="7F8A95"/>
            </a:solidFill>
            <a:ln xmlns:a="http://schemas.openxmlformats.org/drawingml/2006/main" w="16193">
              <a:solidFill>
                <a:srgbClr val="7F8A95"/>
              </a:solidFill>
            </a:ln>
          </c:spPr>
          <c:marker>
            <c:symbol val="none"/>
            <c:size val="4"/>
          </c:marker>
          <c:xVal>
            <c:numRef>
              <c:f>'Chart Data'!$E$2:$E$42</c:f>
              <c:numCache>
                <c:formatCode>General</c:formatCode>
                <c:ptCount val="41"/>
                <c:pt idx="0">
                  <c:v>0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  <c:pt idx="6">
                  <c:v>0.3</c:v>
                </c:pt>
                <c:pt idx="7">
                  <c:v>0.4</c:v>
                </c:pt>
                <c:pt idx="8">
                  <c:v>0.4</c:v>
                </c:pt>
                <c:pt idx="9">
                  <c:v>0.5</c:v>
                </c:pt>
                <c:pt idx="10">
                  <c:v>0.5</c:v>
                </c:pt>
                <c:pt idx="11">
                  <c:v>0.6</c:v>
                </c:pt>
                <c:pt idx="12">
                  <c:v>0.6</c:v>
                </c:pt>
                <c:pt idx="13">
                  <c:v>0.7</c:v>
                </c:pt>
                <c:pt idx="14">
                  <c:v>0.7</c:v>
                </c:pt>
                <c:pt idx="15">
                  <c:v>0.8</c:v>
                </c:pt>
                <c:pt idx="16">
                  <c:v>0.8</c:v>
                </c:pt>
                <c:pt idx="17">
                  <c:v>0.9</c:v>
                </c:pt>
                <c:pt idx="18">
                  <c:v>0.9</c:v>
                </c:pt>
                <c:pt idx="19">
                  <c:v>1</c:v>
                </c:pt>
                <c:pt idx="20">
                  <c:v>1</c:v>
                </c:pt>
                <c:pt idx="21">
                  <c:v>1.1</c:v>
                </c:pt>
                <c:pt idx="22">
                  <c:v>1.1</c:v>
                </c:pt>
                <c:pt idx="23">
                  <c:v>1.2</c:v>
                </c:pt>
                <c:pt idx="24">
                  <c:v>1.2</c:v>
                </c:pt>
                <c:pt idx="25">
                  <c:v>1.3</c:v>
                </c:pt>
                <c:pt idx="26">
                  <c:v>1.3</c:v>
                </c:pt>
                <c:pt idx="27">
                  <c:v>1.4</c:v>
                </c:pt>
                <c:pt idx="28">
                  <c:v>1.4</c:v>
                </c:pt>
                <c:pt idx="29">
                  <c:v>1.5</c:v>
                </c:pt>
                <c:pt idx="30">
                  <c:v>1.5</c:v>
                </c:pt>
                <c:pt idx="31">
                  <c:v>1.6</c:v>
                </c:pt>
                <c:pt idx="32">
                  <c:v>1.6</c:v>
                </c:pt>
                <c:pt idx="33">
                  <c:v>1.7</c:v>
                </c:pt>
                <c:pt idx="34">
                  <c:v>1.7</c:v>
                </c:pt>
                <c:pt idx="35">
                  <c:v>1.8</c:v>
                </c:pt>
                <c:pt idx="36">
                  <c:v>1.8</c:v>
                </c:pt>
                <c:pt idx="37">
                  <c:v>1.9</c:v>
                </c:pt>
                <c:pt idx="38">
                  <c:v>1.9</c:v>
                </c:pt>
                <c:pt idx="39">
                  <c:v>2</c:v>
                </c:pt>
                <c:pt idx="40">
                  <c:v>2</c:v>
                </c:pt>
              </c:numCache>
            </c:numRef>
          </c:xVal>
          <c:yVal>
            <c:numRef>
              <c:f>'Chart Data'!$F$2:$F$42</c:f>
              <c:numCache>
                <c:formatCode>0%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0.76190476</c:v>
                </c:pt>
                <c:pt idx="5">
                  <c:v>0.76190476</c:v>
                </c:pt>
                <c:pt idx="6">
                  <c:v>0.95238095</c:v>
                </c:pt>
                <c:pt idx="7">
                  <c:v>0.95238095</c:v>
                </c:pt>
                <c:pt idx="8">
                  <c:v>0.95238095</c:v>
                </c:pt>
                <c:pt idx="9">
                  <c:v>0.95238095</c:v>
                </c:pt>
                <c:pt idx="10">
                  <c:v>0.95238095</c:v>
                </c:pt>
                <c:pt idx="11">
                  <c:v>0.95238095</c:v>
                </c:pt>
                <c:pt idx="12">
                  <c:v>0.95238095</c:v>
                </c:pt>
                <c:pt idx="13">
                  <c:v>0.95238095</c:v>
                </c:pt>
                <c:pt idx="14">
                  <c:v>0.95238095</c:v>
                </c:pt>
                <c:pt idx="15">
                  <c:v>0.95238095</c:v>
                </c:pt>
                <c:pt idx="16">
                  <c:v>0.95238095</c:v>
                </c:pt>
                <c:pt idx="17">
                  <c:v>0.95238095</c:v>
                </c:pt>
                <c:pt idx="18">
                  <c:v>0.95238095</c:v>
                </c:pt>
                <c:pt idx="19">
                  <c:v>0.95238095</c:v>
                </c:pt>
                <c:pt idx="20">
                  <c:v>0.95238095</c:v>
                </c:pt>
                <c:pt idx="21">
                  <c:v>0.95238095</c:v>
                </c:pt>
                <c:pt idx="22">
                  <c:v>0.95238095</c:v>
                </c:pt>
                <c:pt idx="23">
                  <c:v>0.95238095</c:v>
                </c:pt>
                <c:pt idx="24">
                  <c:v>0.95238095</c:v>
                </c:pt>
                <c:pt idx="25">
                  <c:v>0.95238095</c:v>
                </c:pt>
                <c:pt idx="26">
                  <c:v>0.95238095</c:v>
                </c:pt>
                <c:pt idx="27">
                  <c:v>0.95238095</c:v>
                </c:pt>
                <c:pt idx="28">
                  <c:v>0.95238095</c:v>
                </c:pt>
                <c:pt idx="29">
                  <c:v>0.95238095</c:v>
                </c:pt>
                <c:pt idx="30">
                  <c:v>0.95238095</c:v>
                </c:pt>
                <c:pt idx="31">
                  <c:v>0.95238095</c:v>
                </c:pt>
                <c:pt idx="32">
                  <c:v>0.95238095</c:v>
                </c:pt>
                <c:pt idx="33">
                  <c:v>0.95238095</c:v>
                </c:pt>
                <c:pt idx="34">
                  <c:v>0.95238095</c:v>
                </c:pt>
                <c:pt idx="35">
                  <c:v>0.95238095</c:v>
                </c:pt>
                <c:pt idx="36">
                  <c:v>0.95238095</c:v>
                </c:pt>
                <c:pt idx="37">
                  <c:v>0.95238095</c:v>
                </c:pt>
                <c:pt idx="38">
                  <c:v>0.95238095</c:v>
                </c:pt>
                <c:pt idx="39">
                  <c:v>0.95238095</c:v>
                </c:pt>
                <c:pt idx="40">
                  <c:v>0.95238095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이상 클립 경보율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클립 시작 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윈도우별 F1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GMM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990033"/>
              </a:solidFill>
            </c:spPr>
          </c:marker>
          <c:xVal>
            <c:numRef>
              <c:f>'Chart Data'!$A$2:$A$10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</c:numCache>
            </c:numRef>
          </c:xVal>
          <c:yVal>
            <c:numRef>
              <c:f>'Chart Data'!$B$2:$B$10</c:f>
              <c:numCache>
                <c:formatCode>0.00</c:formatCode>
                <c:ptCount val="9"/>
                <c:pt idx="0">
                  <c:v>0.66519985</c:v>
                </c:pt>
                <c:pt idx="1">
                  <c:v>0.91716028</c:v>
                </c:pt>
                <c:pt idx="2">
                  <c:v>0.92779854</c:v>
                </c:pt>
                <c:pt idx="3">
                  <c:v>0.89319825</c:v>
                </c:pt>
                <c:pt idx="4">
                  <c:v>0.8385685</c:v>
                </c:pt>
                <c:pt idx="5">
                  <c:v>0.79935288</c:v>
                </c:pt>
                <c:pt idx="6">
                  <c:v>0.69562189</c:v>
                </c:pt>
                <c:pt idx="7">
                  <c:v>0.60557692</c:v>
                </c:pt>
                <c:pt idx="8">
                  <c:v>0.39142091</c:v>
                </c:pt>
              </c:numCache>
            </c:numRef>
          </c:yVal>
        </c:ser>
        <c:ser>
          <c:idx val="1"/>
          <c:order val="1"/>
          <c:tx>
            <c:v>Mahalanobis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9050">
              <a:solidFill>
                <a:srgbClr val="1F4E79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1F4E79"/>
              </a:solidFill>
            </c:spPr>
          </c:marker>
          <c:xVal>
            <c:numRef>
              <c:f>'Chart Data'!$C$2:$C$10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</c:numCache>
            </c:numRef>
          </c:xVal>
          <c:yVal>
            <c:numRef>
              <c:f>'Chart Data'!$D$2:$D$10</c:f>
              <c:numCache>
                <c:formatCode>0.00</c:formatCode>
                <c:ptCount val="9"/>
                <c:pt idx="0">
                  <c:v>0.63513514</c:v>
                </c:pt>
                <c:pt idx="1">
                  <c:v>0.89473684</c:v>
                </c:pt>
                <c:pt idx="2">
                  <c:v>0.92334802</c:v>
                </c:pt>
                <c:pt idx="3">
                  <c:v>0.89506726</c:v>
                </c:pt>
                <c:pt idx="4">
                  <c:v>0.83962264</c:v>
                </c:pt>
                <c:pt idx="5">
                  <c:v>0.80116959</c:v>
                </c:pt>
                <c:pt idx="6">
                  <c:v>0.70201485</c:v>
                </c:pt>
                <c:pt idx="7">
                  <c:v>0.60183066</c:v>
                </c:pt>
                <c:pt idx="8">
                  <c:v>0.39142091</c:v>
                </c:pt>
              </c:numCache>
            </c:numRef>
          </c:yVal>
        </c:ser>
        <c:ser>
          <c:idx val="2"/>
          <c:order val="2"/>
          <c:tx>
            <c:v>LSTM32</c:v>
          </c:tx>
          <c:spPr>
            <a:solidFill xmlns:a="http://schemas.openxmlformats.org/drawingml/2006/main">
              <a:srgbClr val="7F8A95"/>
            </a:solidFill>
            <a:ln xmlns:a="http://schemas.openxmlformats.org/drawingml/2006/main" w="19050">
              <a:solidFill>
                <a:srgbClr val="7F8A95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7F8A95"/>
              </a:solidFill>
            </c:spPr>
          </c:marker>
          <c:xVal>
            <c:numRef>
              <c:f>'Chart Data'!$E$2:$E$10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</c:numCache>
            </c:numRef>
          </c:xVal>
          <c:yVal>
            <c:numRef>
              <c:f>'Chart Data'!$F$2:$F$10</c:f>
              <c:numCache>
                <c:formatCode>0.00</c:formatCode>
                <c:ptCount val="9"/>
                <c:pt idx="0">
                  <c:v>0.56247204</c:v>
                </c:pt>
                <c:pt idx="1">
                  <c:v>0.67005833</c:v>
                </c:pt>
                <c:pt idx="2">
                  <c:v>0.63827407</c:v>
                </c:pt>
                <c:pt idx="3">
                  <c:v>0.73822219</c:v>
                </c:pt>
                <c:pt idx="4">
                  <c:v>0.79653664</c:v>
                </c:pt>
                <c:pt idx="5">
                  <c:v>0.78253629</c:v>
                </c:pt>
                <c:pt idx="6">
                  <c:v>0.68453487</c:v>
                </c:pt>
                <c:pt idx="7">
                  <c:v>0.5919286</c:v>
                </c:pt>
                <c:pt idx="8">
                  <c:v>0.35621501</c:v>
                </c:pt>
              </c:numCache>
            </c:numRef>
          </c:yVal>
        </c:ser>
        <c:ser>
          <c:idx val="3"/>
          <c:order val="3"/>
          <c:tx>
            <c:v>GRU32</c:v>
          </c:tx>
          <c:spPr>
            <a:solidFill xmlns:a="http://schemas.openxmlformats.org/drawingml/2006/main">
              <a:srgbClr val="BA9057"/>
            </a:solidFill>
            <a:ln xmlns:a="http://schemas.openxmlformats.org/drawingml/2006/main" w="19050">
              <a:solidFill>
                <a:srgbClr val="BA9057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BA9057"/>
              </a:solidFill>
            </c:spPr>
          </c:marker>
          <c:xVal>
            <c:numRef>
              <c:f>'Chart Data'!$G$2:$G$10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</c:numCache>
            </c:numRef>
          </c:xVal>
          <c:yVal>
            <c:numRef>
              <c:f>'Chart Data'!$H$2:$H$10</c:f>
              <c:numCache>
                <c:formatCode>0.00</c:formatCode>
                <c:ptCount val="9"/>
                <c:pt idx="0">
                  <c:v>0.56110881</c:v>
                </c:pt>
                <c:pt idx="1">
                  <c:v>0.66223548</c:v>
                </c:pt>
                <c:pt idx="2">
                  <c:v>0.60760597</c:v>
                </c:pt>
                <c:pt idx="3">
                  <c:v>0.72891809</c:v>
                </c:pt>
                <c:pt idx="4">
                  <c:v>0.78219981</c:v>
                </c:pt>
                <c:pt idx="5">
                  <c:v>0.77995178</c:v>
                </c:pt>
                <c:pt idx="6">
                  <c:v>0.68256888</c:v>
                </c:pt>
                <c:pt idx="7">
                  <c:v>0.59678925</c:v>
                </c:pt>
                <c:pt idx="8">
                  <c:v>0.37912367</c:v>
                </c:pt>
              </c:numCache>
            </c:numRef>
          </c:yVal>
        </c:ser>
        <c:ser>
          <c:idx val="4"/>
          <c:order val="4"/>
          <c:tx>
            <c:v>AE_Recon</c:v>
          </c:tx>
          <c:spPr>
            <a:solidFill xmlns:a="http://schemas.openxmlformats.org/drawingml/2006/main">
              <a:srgbClr val="575757"/>
            </a:solidFill>
            <a:ln xmlns:a="http://schemas.openxmlformats.org/drawingml/2006/main" w="19050">
              <a:solidFill>
                <a:srgbClr val="575757"/>
              </a:solidFill>
            </a:ln>
          </c:spPr>
          <c:marker>
            <c:symbol val="circle"/>
            <c:size val="4"/>
            <c:spPr>
              <a:solidFill xmlns:a="http://schemas.openxmlformats.org/drawingml/2006/main">
                <a:srgbClr val="575757"/>
              </a:solidFill>
            </c:spPr>
          </c:marker>
          <c:xVal>
            <c:numRef>
              <c:f>'Chart Data'!$I$2:$I$10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10</c:v>
                </c:pt>
                <c:pt idx="6">
                  <c:v>15</c:v>
                </c:pt>
                <c:pt idx="7">
                  <c:v>20</c:v>
                </c:pt>
                <c:pt idx="8">
                  <c:v>30</c:v>
                </c:pt>
              </c:numCache>
            </c:numRef>
          </c:xVal>
          <c:yVal>
            <c:numRef>
              <c:f>'Chart Data'!$J$2:$J$10</c:f>
              <c:numCache>
                <c:formatCode>0.00</c:formatCode>
                <c:ptCount val="9"/>
                <c:pt idx="0">
                  <c:v>0.61781675</c:v>
                </c:pt>
                <c:pt idx="1">
                  <c:v>0.60897945</c:v>
                </c:pt>
                <c:pt idx="2">
                  <c:v>0.69604393</c:v>
                </c:pt>
                <c:pt idx="3">
                  <c:v>0.75354508</c:v>
                </c:pt>
                <c:pt idx="4">
                  <c:v>0.73371151</c:v>
                </c:pt>
                <c:pt idx="5">
                  <c:v>0.78329514</c:v>
                </c:pt>
                <c:pt idx="6">
                  <c:v>0.69457247</c:v>
                </c:pt>
                <c:pt idx="7">
                  <c:v>0.60137213</c:v>
                </c:pt>
                <c:pt idx="8">
                  <c:v>0.38624339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30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W (과거 샘플 수)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normal_0570의 GMM 점수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0242A"/>
              </a:solidFill>
              <a:latin typeface="Apple SD Gothic Neo"/>
              <a:ea typeface="Apple SD Gothic Neo"/>
              <a:cs typeface="Apple SD Gothic Neo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점수</c:v>
          </c:tx>
          <c:spPr>
            <a:solidFill xmlns:a="http://schemas.openxmlformats.org/drawingml/2006/main">
              <a:srgbClr val="990033"/>
            </a:solidFill>
            <a:ln xmlns:a="http://schemas.openxmlformats.org/drawingml/2006/main" w="19050">
              <a:solidFill>
                <a:srgbClr val="990033"/>
              </a:solidFill>
            </a:ln>
          </c:spPr>
          <c:marker>
            <c:symbol val="none"/>
            <c:size val="4"/>
          </c:marker>
          <c:xVal>
            <c:numRef>
              <c:f>'Chart Data'!$A$2:$A$43</c:f>
              <c:numCache>
                <c:formatCode>General</c:formatCode>
                <c:ptCount val="4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0.6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</c:v>
                </c:pt>
                <c:pt idx="9">
                  <c:v>1.1</c:v>
                </c:pt>
                <c:pt idx="10">
                  <c:v>1.2</c:v>
                </c:pt>
                <c:pt idx="11">
                  <c:v>1.3</c:v>
                </c:pt>
                <c:pt idx="12">
                  <c:v>1.4</c:v>
                </c:pt>
                <c:pt idx="13">
                  <c:v>1.5</c:v>
                </c:pt>
                <c:pt idx="14">
                  <c:v>1.6</c:v>
                </c:pt>
                <c:pt idx="15">
                  <c:v>1.7</c:v>
                </c:pt>
                <c:pt idx="16">
                  <c:v>1.8</c:v>
                </c:pt>
                <c:pt idx="17">
                  <c:v>1.9</c:v>
                </c:pt>
                <c:pt idx="18">
                  <c:v>2</c:v>
                </c:pt>
                <c:pt idx="19">
                  <c:v>2.1</c:v>
                </c:pt>
                <c:pt idx="20">
                  <c:v>2.2</c:v>
                </c:pt>
                <c:pt idx="21">
                  <c:v>2.3</c:v>
                </c:pt>
                <c:pt idx="22">
                  <c:v>2.4</c:v>
                </c:pt>
                <c:pt idx="23">
                  <c:v>2.5</c:v>
                </c:pt>
                <c:pt idx="24">
                  <c:v>2.6</c:v>
                </c:pt>
                <c:pt idx="25">
                  <c:v>2.7</c:v>
                </c:pt>
                <c:pt idx="26">
                  <c:v>2.8</c:v>
                </c:pt>
                <c:pt idx="27">
                  <c:v>2.9</c:v>
                </c:pt>
                <c:pt idx="28">
                  <c:v>3</c:v>
                </c:pt>
                <c:pt idx="29">
                  <c:v>3.1</c:v>
                </c:pt>
                <c:pt idx="30">
                  <c:v>3.2</c:v>
                </c:pt>
                <c:pt idx="31">
                  <c:v>3.3</c:v>
                </c:pt>
                <c:pt idx="32">
                  <c:v>3.4</c:v>
                </c:pt>
                <c:pt idx="33">
                  <c:v>3.5</c:v>
                </c:pt>
                <c:pt idx="34">
                  <c:v>3.6</c:v>
                </c:pt>
                <c:pt idx="35">
                  <c:v>3.7</c:v>
                </c:pt>
                <c:pt idx="36">
                  <c:v>3.8</c:v>
                </c:pt>
                <c:pt idx="37">
                  <c:v>3.9</c:v>
                </c:pt>
                <c:pt idx="38">
                  <c:v>4</c:v>
                </c:pt>
                <c:pt idx="39">
                  <c:v>4.1</c:v>
                </c:pt>
                <c:pt idx="40">
                  <c:v>4.2</c:v>
                </c:pt>
                <c:pt idx="41">
                  <c:v>4.3</c:v>
                </c:pt>
              </c:numCache>
            </c:numRef>
          </c:xVal>
          <c:yVal>
            <c:numRef>
              <c:f>'Chart Data'!$B$2:$B$43</c:f>
              <c:numCache>
                <c:formatCode>0.0</c:formatCode>
                <c:ptCount val="42"/>
                <c:pt idx="0">
                  <c:v>15.62899322</c:v>
                </c:pt>
                <c:pt idx="1">
                  <c:v>9.14723468</c:v>
                </c:pt>
                <c:pt idx="2">
                  <c:v>11.07498916</c:v>
                </c:pt>
                <c:pt idx="3">
                  <c:v>8.24081164</c:v>
                </c:pt>
                <c:pt idx="4">
                  <c:v>17.5199799</c:v>
                </c:pt>
                <c:pt idx="5">
                  <c:v>22.39530546</c:v>
                </c:pt>
                <c:pt idx="6">
                  <c:v>12.01315112</c:v>
                </c:pt>
                <c:pt idx="7">
                  <c:v>14.51143467</c:v>
                </c:pt>
                <c:pt idx="8">
                  <c:v>18.77652549</c:v>
                </c:pt>
                <c:pt idx="9">
                  <c:v>29.53861494</c:v>
                </c:pt>
                <c:pt idx="10">
                  <c:v>22.153193</c:v>
                </c:pt>
                <c:pt idx="11">
                  <c:v>16.04064141</c:v>
                </c:pt>
                <c:pt idx="12">
                  <c:v>7.66539466</c:v>
                </c:pt>
                <c:pt idx="13">
                  <c:v>6.9696961</c:v>
                </c:pt>
                <c:pt idx="14">
                  <c:v>11.30514996</c:v>
                </c:pt>
                <c:pt idx="15">
                  <c:v>7.58093316</c:v>
                </c:pt>
                <c:pt idx="16">
                  <c:v>5.87477385</c:v>
                </c:pt>
                <c:pt idx="17">
                  <c:v>7.59907311</c:v>
                </c:pt>
                <c:pt idx="18">
                  <c:v>18.6773346</c:v>
                </c:pt>
                <c:pt idx="19">
                  <c:v>20.05204811</c:v>
                </c:pt>
                <c:pt idx="20">
                  <c:v>17.75671936</c:v>
                </c:pt>
                <c:pt idx="21">
                  <c:v>12.35271873</c:v>
                </c:pt>
                <c:pt idx="22">
                  <c:v>7.76057136</c:v>
                </c:pt>
                <c:pt idx="23">
                  <c:v>8.94972275</c:v>
                </c:pt>
                <c:pt idx="24">
                  <c:v>8.6491892</c:v>
                </c:pt>
                <c:pt idx="25">
                  <c:v>7.99930946</c:v>
                </c:pt>
                <c:pt idx="26">
                  <c:v>6.31304805</c:v>
                </c:pt>
                <c:pt idx="27">
                  <c:v>7.85873464</c:v>
                </c:pt>
                <c:pt idx="28">
                  <c:v>5.58154713</c:v>
                </c:pt>
                <c:pt idx="29">
                  <c:v>9.21669429</c:v>
                </c:pt>
                <c:pt idx="30">
                  <c:v>11.34091443</c:v>
                </c:pt>
                <c:pt idx="31">
                  <c:v>9.81882607</c:v>
                </c:pt>
                <c:pt idx="32">
                  <c:v>8.5804787</c:v>
                </c:pt>
                <c:pt idx="33">
                  <c:v>5.96964044</c:v>
                </c:pt>
                <c:pt idx="34">
                  <c:v>7.89762974</c:v>
                </c:pt>
                <c:pt idx="35">
                  <c:v>10.35975914</c:v>
                </c:pt>
                <c:pt idx="36">
                  <c:v>9.51822738</c:v>
                </c:pt>
                <c:pt idx="37">
                  <c:v>11.1499358</c:v>
                </c:pt>
                <c:pt idx="38">
                  <c:v>12.91032192</c:v>
                </c:pt>
                <c:pt idx="39">
                  <c:v>10.94531351</c:v>
                </c:pt>
                <c:pt idx="40">
                  <c:v>11.55049258</c:v>
                </c:pt>
                <c:pt idx="41">
                  <c:v>9.9628782</c:v>
                </c:pt>
              </c:numCache>
            </c:numRef>
          </c:yVal>
        </c:ser>
        <c:ser>
          <c:idx val="1"/>
          <c:order val="1"/>
          <c:tx>
            <c:v>임계값</c:v>
          </c:tx>
          <c:spPr>
            <a:solidFill xmlns:a="http://schemas.openxmlformats.org/drawingml/2006/main">
              <a:srgbClr val="1F4E79"/>
            </a:solidFill>
            <a:ln xmlns:a="http://schemas.openxmlformats.org/drawingml/2006/main" w="19050">
              <a:solidFill>
                <a:srgbClr val="1F4E79"/>
              </a:solidFill>
            </a:ln>
          </c:spPr>
          <c:marker>
            <c:symbol val="none"/>
            <c:size val="4"/>
          </c:marker>
          <c:xVal>
            <c:numRef>
              <c:f>'Chart Data'!$C$2:$C$43</c:f>
              <c:numCache>
                <c:formatCode>General</c:formatCode>
                <c:ptCount val="42"/>
                <c:pt idx="0">
                  <c:v>0.2</c:v>
                </c:pt>
                <c:pt idx="1">
                  <c:v>0.3</c:v>
                </c:pt>
                <c:pt idx="2">
                  <c:v>0.4</c:v>
                </c:pt>
                <c:pt idx="3">
                  <c:v>0.5</c:v>
                </c:pt>
                <c:pt idx="4">
                  <c:v>0.6</c:v>
                </c:pt>
                <c:pt idx="5">
                  <c:v>0.7</c:v>
                </c:pt>
                <c:pt idx="6">
                  <c:v>0.8</c:v>
                </c:pt>
                <c:pt idx="7">
                  <c:v>0.9</c:v>
                </c:pt>
                <c:pt idx="8">
                  <c:v>1</c:v>
                </c:pt>
                <c:pt idx="9">
                  <c:v>1.1</c:v>
                </c:pt>
                <c:pt idx="10">
                  <c:v>1.2</c:v>
                </c:pt>
                <c:pt idx="11">
                  <c:v>1.3</c:v>
                </c:pt>
                <c:pt idx="12">
                  <c:v>1.4</c:v>
                </c:pt>
                <c:pt idx="13">
                  <c:v>1.5</c:v>
                </c:pt>
                <c:pt idx="14">
                  <c:v>1.6</c:v>
                </c:pt>
                <c:pt idx="15">
                  <c:v>1.7</c:v>
                </c:pt>
                <c:pt idx="16">
                  <c:v>1.8</c:v>
                </c:pt>
                <c:pt idx="17">
                  <c:v>1.9</c:v>
                </c:pt>
                <c:pt idx="18">
                  <c:v>2</c:v>
                </c:pt>
                <c:pt idx="19">
                  <c:v>2.1</c:v>
                </c:pt>
                <c:pt idx="20">
                  <c:v>2.2</c:v>
                </c:pt>
                <c:pt idx="21">
                  <c:v>2.3</c:v>
                </c:pt>
                <c:pt idx="22">
                  <c:v>2.4</c:v>
                </c:pt>
                <c:pt idx="23">
                  <c:v>2.5</c:v>
                </c:pt>
                <c:pt idx="24">
                  <c:v>2.6</c:v>
                </c:pt>
                <c:pt idx="25">
                  <c:v>2.7</c:v>
                </c:pt>
                <c:pt idx="26">
                  <c:v>2.8</c:v>
                </c:pt>
                <c:pt idx="27">
                  <c:v>2.9</c:v>
                </c:pt>
                <c:pt idx="28">
                  <c:v>3</c:v>
                </c:pt>
                <c:pt idx="29">
                  <c:v>3.1</c:v>
                </c:pt>
                <c:pt idx="30">
                  <c:v>3.2</c:v>
                </c:pt>
                <c:pt idx="31">
                  <c:v>3.3</c:v>
                </c:pt>
                <c:pt idx="32">
                  <c:v>3.4</c:v>
                </c:pt>
                <c:pt idx="33">
                  <c:v>3.5</c:v>
                </c:pt>
                <c:pt idx="34">
                  <c:v>3.6</c:v>
                </c:pt>
                <c:pt idx="35">
                  <c:v>3.7</c:v>
                </c:pt>
                <c:pt idx="36">
                  <c:v>3.8</c:v>
                </c:pt>
                <c:pt idx="37">
                  <c:v>3.9</c:v>
                </c:pt>
                <c:pt idx="38">
                  <c:v>4</c:v>
                </c:pt>
                <c:pt idx="39">
                  <c:v>4.1</c:v>
                </c:pt>
                <c:pt idx="40">
                  <c:v>4.2</c:v>
                </c:pt>
                <c:pt idx="41">
                  <c:v>4.3</c:v>
                </c:pt>
              </c:numCache>
            </c:numRef>
          </c:xVal>
          <c:yVal>
            <c:numRef>
              <c:f>'Chart Data'!$D$2:$D$43</c:f>
              <c:numCache>
                <c:formatCode>0.0</c:formatCode>
                <c:ptCount val="42"/>
                <c:pt idx="0">
                  <c:v>15.00282571</c:v>
                </c:pt>
                <c:pt idx="1">
                  <c:v>15.00282571</c:v>
                </c:pt>
                <c:pt idx="2">
                  <c:v>15.00282571</c:v>
                </c:pt>
                <c:pt idx="3">
                  <c:v>15.00282571</c:v>
                </c:pt>
                <c:pt idx="4">
                  <c:v>15.00282571</c:v>
                </c:pt>
                <c:pt idx="5">
                  <c:v>15.00282571</c:v>
                </c:pt>
                <c:pt idx="6">
                  <c:v>15.00282571</c:v>
                </c:pt>
                <c:pt idx="7">
                  <c:v>15.00282571</c:v>
                </c:pt>
                <c:pt idx="8">
                  <c:v>15.00282571</c:v>
                </c:pt>
                <c:pt idx="9">
                  <c:v>15.00282571</c:v>
                </c:pt>
                <c:pt idx="10">
                  <c:v>15.00282571</c:v>
                </c:pt>
                <c:pt idx="11">
                  <c:v>15.00282571</c:v>
                </c:pt>
                <c:pt idx="12">
                  <c:v>15.00282571</c:v>
                </c:pt>
                <c:pt idx="13">
                  <c:v>15.00282571</c:v>
                </c:pt>
                <c:pt idx="14">
                  <c:v>15.00282571</c:v>
                </c:pt>
                <c:pt idx="15">
                  <c:v>15.00282571</c:v>
                </c:pt>
                <c:pt idx="16">
                  <c:v>15.00282571</c:v>
                </c:pt>
                <c:pt idx="17">
                  <c:v>15.00282571</c:v>
                </c:pt>
                <c:pt idx="18">
                  <c:v>15.00282571</c:v>
                </c:pt>
                <c:pt idx="19">
                  <c:v>15.00282571</c:v>
                </c:pt>
                <c:pt idx="20">
                  <c:v>15.00282571</c:v>
                </c:pt>
                <c:pt idx="21">
                  <c:v>15.00282571</c:v>
                </c:pt>
                <c:pt idx="22">
                  <c:v>15.00282571</c:v>
                </c:pt>
                <c:pt idx="23">
                  <c:v>15.00282571</c:v>
                </c:pt>
                <c:pt idx="24">
                  <c:v>15.00282571</c:v>
                </c:pt>
                <c:pt idx="25">
                  <c:v>15.00282571</c:v>
                </c:pt>
                <c:pt idx="26">
                  <c:v>15.00282571</c:v>
                </c:pt>
                <c:pt idx="27">
                  <c:v>15.00282571</c:v>
                </c:pt>
                <c:pt idx="28">
                  <c:v>15.00282571</c:v>
                </c:pt>
                <c:pt idx="29">
                  <c:v>15.00282571</c:v>
                </c:pt>
                <c:pt idx="30">
                  <c:v>15.00282571</c:v>
                </c:pt>
                <c:pt idx="31">
                  <c:v>15.00282571</c:v>
                </c:pt>
                <c:pt idx="32">
                  <c:v>15.00282571</c:v>
                </c:pt>
                <c:pt idx="33">
                  <c:v>15.00282571</c:v>
                </c:pt>
                <c:pt idx="34">
                  <c:v>15.00282571</c:v>
                </c:pt>
                <c:pt idx="35">
                  <c:v>15.00282571</c:v>
                </c:pt>
                <c:pt idx="36">
                  <c:v>15.00282571</c:v>
                </c:pt>
                <c:pt idx="37">
                  <c:v>15.00282571</c:v>
                </c:pt>
                <c:pt idx="38">
                  <c:v>15.00282571</c:v>
                </c:pt>
                <c:pt idx="39">
                  <c:v>15.00282571</c:v>
                </c:pt>
                <c:pt idx="40">
                  <c:v>15.00282571</c:v>
                </c:pt>
                <c:pt idx="41">
                  <c:v>15.00282571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2.4924764342287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8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음의 로그밀도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</c:valAx>
      <c:valAx>
        <c:axId val="48650112"/>
        <c:scaling>
          <c:orientation val="minMax"/>
          <c:max val="4.9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ple SD Gothic Neo"/>
                    <a:ea typeface="Apple SD Gothic Neo"/>
                    <a:cs typeface="Apple SD Gothic Neo"/>
                  </a:rPr>
                  <a:t>클립 시작 후 (초)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7D858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EE652-7860-4244-8921-90BEEEA2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10363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파인블랭킹 프레스 유압펌프</a:t>
            </a:r>
          </a:p>
          <a:p xmlns:a="http://schemas.openxmlformats.org/drawingml/2006/main">
            <a:pPr>
              <a:defRPr sz="42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조기 이상탐지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E0337-300F-45A7-9E4A-6BC61621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1F25A-DA16-4EBF-85BE-A3D1805E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8599-55AF-4315-8ED1-664C1370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742E7-1165-4A13-8317-4E7AD2FE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GMM 기반 시점별 경보와 센서 기여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93ED0-723D-48CC-B0DC-65B72B3B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36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진동·전류의 정상 분포 학습과 조기탐지 성능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CAA48-6179-4B26-9192-036205F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777777"/>
                </a:solidFill>
                <a:latin typeface="Apple SD Gothic Neo"/>
                <a:ea typeface="Apple SD Gothic Neo"/>
                <a:cs typeface="Apple SD Gothic Neo"/>
              </a:rPr>
              <a:t>KAMP 소성가공 예지보전 데이터셋</a:t>
            </a:r>
          </a:p>
        </p:txBody>
      </p:sp>
    </p:spTree>
    <p:extLst>
      <p:ext uri="{BB962C8B-B14F-4D97-AF65-F5344CB8AC3E}">
        <p14:creationId xmlns:p14="http://schemas.microsoft.com/office/powerpoint/2010/main" val="335456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30004-254E-4127-B996-6E762AC2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발표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36020-EA0C-4E88-8A9B-52AB2EFF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59B33-0F76-4CA0-89E4-E59B76D8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A3838-9EA5-481E-B52B-00E811BE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066ED-E82D-4630-945C-3175F68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29BC8-33E0-4590-9748-CBA9ED4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716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산업 현장 분석 및 문제정의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FE2F2-00BE-40C1-9DF4-39821DA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6FE82-8335-4C0C-BF18-CDACBB6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526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다변량 시계열 이상탐지 연구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5122E-BCEB-4C64-973C-F302B641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33172-6728-42FF-ABC4-EE3D4071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337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데이터 분석과 시계열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E487-3D82-4240-BCE8-B943388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72E55-AC39-46F3-92EE-764766FB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147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GMM 기반 방법론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F4DF7-D3D3-4CDE-840E-5E65441B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DF606-0D9E-4ACB-B259-33854C8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평가지표와 베이스라인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4ED77-F10B-479E-B33B-41DF4070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E8BF1-93C3-4CA3-8BD9-5D5D1BE0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7677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전체 성능과 조기탐지 실험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DC04B-C194-493C-BB69-EC3039BC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2681E-0E86-4250-9966-EBE45A97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578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현장 적용 및 확장</a:t>
            </a:r>
          </a:p>
        </p:txBody>
      </p:sp>
    </p:spTree>
    <p:extLst>
      <p:ext uri="{BB962C8B-B14F-4D97-AF65-F5344CB8AC3E}">
        <p14:creationId xmlns:p14="http://schemas.microsoft.com/office/powerpoint/2010/main" val="1600261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2BBBB-20CA-4DBA-AC29-96D91BE6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파인블랭킹 공정과 압력 안정성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43DC7-4FFE-40EF-9063-F159548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Industrial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82A1A-9B69-4D5D-8DDF-0A95206A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FE7E0-2E7F-4371-A36D-72B387A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D0215-BF2D-461E-A4E1-B1F920F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정밀한 절단면을 위한 힘의 제어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158C7-F93C-4554-95F9-0C9EFB4F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3816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소재를 고정하는 힘과 반대 방향의 힘을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먼저 가한 뒤 절단력을 작용시킨다.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금형과 프레스의 힘이 안정적으로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유지되어야 가공 조건을 관리할 수 있다.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7c21e61ac4a35"/>
          <a:stretch xmlns:a="http://schemas.openxmlformats.org/drawingml/2006/main"/>
        </p:blipFill>
        <p:spPr>
          <a:xfrm xmlns:a="http://schemas.openxmlformats.org/drawingml/2006/main">
            <a:off x="6864126" y="1905000"/>
            <a:ext cx="4369248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44BB2-3626-488A-9ADA-2B70680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FR: 소재 고정력  /  FG: 반대 방향 힘  /  FS: 절단력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94911-8A86-43A5-9A3E-B3BAAC30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그림: Feintool 공식 공정 자료. 본 데이터의 압력·가공품 품질은 직접 측정하지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102301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5588-F37C-4A66-8AC3-31963D64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유압펌프 이상과 제조 현장의 손실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0957D-2EFA-4607-83D5-8F23CD6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Industrial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FB50B-1E9D-4978-A8FC-87D6CE5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ED07D-ABB7-415A-A5A9-16F7562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14C52-4390-4A82-89F0-78BBA54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유압펌프 모터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E4590-8970-4FBC-89DF-4BDE3FF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36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진동과 전류로 운전 상태 관측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39AB3-251B-4DF7-9A53-4F15C02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과제에서 제시한 이상 영향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FDCAE-A6A5-4513-9947-E887C1D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펌프 이상은 프레스 압력 불안정으로 이어질 수 있다.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가공품 불량과 설비 비가동이 발생하면 검사·재작업·점검 부담이 커진다.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B10D1-2DC1-4FC3-811F-6FAA215C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연구 목표: 손실이 확대되기 전, 점검 판단에 쓸 수 있는 경보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924B-37EE-4019-AA11-3DF848D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진동·전류로 이상 상태를 식별한다. 압력 불안정의 원인과 품질 손실은 별도 현장 검증이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85270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9B237-6728-438D-A536-10D83524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주기점검의 한계와 오경보 비용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3458E-F527-43EA-B00D-57C0D50D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Industrial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1C710-E0D7-486C-B944-98185826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91FA0-1D36-4423-B7C8-33AA9F53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62012-F056-4DD5-9BC5-E4BEC0D5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미탐지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5CD0B-0F4B-4FCB-8748-0C957F2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주기점검 사이에 발생하는 초기 징후를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놓칠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작업자 경험에 의존하면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일관된 경보 기준을 유지하기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C7787-4F8E-4B5C-93DB-2B368532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오경보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E169F-D0CF-4161-9020-52700AE4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부하·운전 변화도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진동과 전류를 크게 바꿀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잦은 경보는 불필요한 점검과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경보에 대한 신뢰 저하로 이어진다.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C9F9E-B12C-43D9-A2FD-FCD7118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빠른 첫 경보와 정상 운전의 오경보 부담을 함께 평가</a:t>
            </a:r>
          </a:p>
        </p:txBody>
      </p:sp>
    </p:spTree>
    <p:extLst>
      <p:ext uri="{BB962C8B-B14F-4D97-AF65-F5344CB8AC3E}">
        <p14:creationId xmlns:p14="http://schemas.microsoft.com/office/powerpoint/2010/main" val="1694493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6C4B1-B125-423C-9001-08DCFD1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문제정의: 클립 시작 후 첫 경보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92C07-F23D-4E08-A760-9E9153D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Industrial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8E553-5A3D-43AE-AE90-B75B20E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BFC5-018B-48D4-AA6F-6B20032B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48198-C83E-4F68-946E-54CE627C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delayᵢ = 최초 경보 시각 − 클립 시작 시각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18801-8FE2-4DC1-8317-4D442D6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관측이 도착할 때마다 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63F68-F237-409C-8C9A-AEA0DB56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 2채널과 전류의 현재 관측까지 사용한다.</a:t>
            </a:r>
          </a:p>
          <a:p xmlns:a="http://schemas.openxmlformats.org/drawingml/2006/main">
            <a:pPr>
              <a:defRPr sz="21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클립이 끝나기 전에 경보하는 능력을 평가한다.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BFC70-93FE-4D81-9DC9-9DB218F9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측정 가능한 조기탐지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C4BEB-1776-483D-AE34-ADB843A7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5425"/>
            <a:ext cx="10363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실제 고장 시작 시각과 프레스 1회 동작의 경계는 확인되지 않았다.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따라서 이 실험의 지연은 클립 시작 기준이다.</a:t>
            </a:r>
          </a:p>
        </p:txBody>
      </p:sp>
    </p:spTree>
    <p:extLst>
      <p:ext uri="{BB962C8B-B14F-4D97-AF65-F5344CB8AC3E}">
        <p14:creationId xmlns:p14="http://schemas.microsoft.com/office/powerpoint/2010/main" val="1615440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9E4D9-5D45-483F-9BC2-5C0F9F5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다변량 시계열의 이상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863A8-4A5B-4CF4-81BA-DC7809B8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Related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264CF-3DB6-4786-B577-32556AC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8FB30-A328-46DE-95AD-B0D6A396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3560B-096A-49A4-86F9-801C8ADD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시간 관계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7FC14-E1DC-4F19-9AFE-BE87999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같은 센서 값이라도 앞선 변화와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함께 보면 비정상일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급격한 변화, 반복 패턴의 붕괴,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지속되는 편차를 구분해야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76B1-FAFE-49C2-A9E9-7757B3C0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변수 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49C34-516A-4E70-8884-C9FA92CF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각 센서가 정상 범위 안에 있어도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센서 조합이 평소와 다를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전류와 진동의 공분산을 이용하면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단일 진폭 기준보다 넓게 비교할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0F8B1-8797-4107-98B5-5559361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xₜ = [진동0ₜ, 진동1ₜ, 전류ₜ]ᵀ</a:t>
            </a:r>
          </a:p>
        </p:txBody>
      </p:sp>
    </p:spTree>
    <p:extLst>
      <p:ext uri="{BB962C8B-B14F-4D97-AF65-F5344CB8AC3E}">
        <p14:creationId xmlns:p14="http://schemas.microsoft.com/office/powerpoint/2010/main" val="1809824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B3D0B-4643-41BA-B1B6-679130F3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이상점수를 만드는 세 가지 접근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65B2A-33A8-4E23-9D3A-2C47997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Related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02026-0C8A-46ED-94FC-3329CB3D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3214C-B894-4B2D-88BA-2EBEA93D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E321E-D536-4BD6-9396-6ECCB9DC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예측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FDD1B-5002-493B-BFCA-482DF2A1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과거로 다음 값을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53DF8-EC8D-484E-A343-7E91724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sₜ = ‖xₜ − x̂ₜ‖²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B7B01-E1B5-433E-A2D3-2FB9AB4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AR, VAR, LSTM, GRU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1DB5B-8F95-4F66-A7AA-ED98C941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526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재구축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5BD0-BE4B-4667-B56B-17A20D44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6700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패턴으로 입력 복원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EDB4-E386-4177-87BE-6A4EBD5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242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sₜ = ‖zₜ − ẑₜ‖²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586F6-E3BD-44EF-8C23-5924EF77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910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PCA, Autoencoder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80B3B-4195-4D78-A7FC-B2ACAF8D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밀도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9DE8F-1574-47CF-BB8B-88AEDC7F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319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정상에서 드문 조합 평가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E2107-5EF5-47D0-9CDE-ACEFB147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sₜ = −log p(zₜ)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CD729-BBD3-4408-BF3E-56E71F1B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19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GMM, KDE, LOF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FC95D-3D36-4B6B-B9A9-FC43054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Related work: Pang et al. (2021), Hundman et al. (2018), Malhotra et al. (2016).</a:t>
            </a:r>
          </a:p>
        </p:txBody>
      </p:sp>
    </p:spTree>
    <p:extLst>
      <p:ext uri="{BB962C8B-B14F-4D97-AF65-F5344CB8AC3E}">
        <p14:creationId xmlns:p14="http://schemas.microsoft.com/office/powerpoint/2010/main" val="42076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CB3C0-B240-4452-804E-670DBC0B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이번 연구에서 GMM을 중심에 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042C0-57F3-41A5-BC2B-3EC3E47A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Related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074C8-059F-400C-B606-BCD93B24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90134-6C33-4B25-888D-4D9EFD4C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5CE78-E52E-4D82-A1FE-83A8C28D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짧은 관측에서 정상 조합을 평가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A4328-0116-4939-910E-5DEF502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GMM은 다음 값을 예측하지 않아도 현재까지의 관측으로 점수를 낸다.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여러 가우시안 성분이 정상 분포의 서로 다른 패턴을 표현한다.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46E0C-3215-423E-9DEE-18441C36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데이터 규모에 맞춘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59C47-4536-40A2-B488-6E82F6E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0363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독립 고장 기록이 부족하고 클립이 짧다.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작은 신경망과 고전 방법을 같은 규칙으로 실험해 모델을 비교했다.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8959C-9762-434D-912F-858F0CA1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모델 선정과 함께 센서 기여·기록 조건의 혼입을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BFA7E-8ED2-490E-97B1-F84C8CFA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데이터 규모만으로 deep learning이 불가능하다고 판단하지 않는다. GMM 성분의 물리적 의미는 미확인.</a:t>
            </a:r>
          </a:p>
        </p:txBody>
      </p:sp>
    </p:spTree>
    <p:extLst>
      <p:ext uri="{BB962C8B-B14F-4D97-AF65-F5344CB8AC3E}">
        <p14:creationId xmlns:p14="http://schemas.microsoft.com/office/powerpoint/2010/main" val="11208372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82226-0EE9-44C2-AC57-D6F3E0AF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데이터 구성과 관측 간격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22FE-C905-47AC-89F2-6BE4A56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69108-3D69-44F9-9471-99B21D87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573B6-6A08-4C6C-AEED-A1DF37D9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16654-4874-4994-8DF4-7C342A8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599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6F8B2-1544-4E1F-A7BD-3F656C8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클립 / 19,999시점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C27E9-DE74-41FE-BA79-82D7DBF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799B0-7EE3-4BA9-BE55-FBAB0E0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이상 클립 / 600시점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63F9D-2D4B-42D5-B253-2FAE4240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공백에서 클립 분리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FDF56-C2FA-4D63-908E-17C34EE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완전 중복 1행 제거. 시간 간격이 0.5초를 넘으면 새 클립으로 분리한다.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 내부는 모두 0.1초 간격이며 최대 관측 지속시간은 4.9초다.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754BF-1AE0-4C6E-82A3-E7480711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정상 2022-07-12, 이상 2022-07-17. 이상 21클립은 독립 고장 21건을 의미하지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43511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73B2B-8457-47EA-81BE-8EF0EE45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정상과 이상 클립의 센서 파형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1A0F0-74D8-49D2-86C5-D5C827C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CE4FC-5F25-47F6-9318-9A07168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5875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rPr>
              <a:t>정상 normal_0480 / 이상 fault_0002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0305-5BB5-4198-9B33-638E3681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77D47-95BB-44FD-8E4A-C46A66B0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09625" y="1905000"/>
          <a:ext xmlns:a="http://schemas.openxmlformats.org/drawingml/2006/main" cx="36385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c6b1fdf5144ab5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600575" y="1905000"/>
          <a:ext xmlns:a="http://schemas.openxmlformats.org/drawingml/2006/main" cx="36385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3a848aa1874ce4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391525" y="1905000"/>
          <a:ext xmlns:a="http://schemas.openxmlformats.org/drawingml/2006/main" cx="36385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54c3883f5a4e9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9BC0B-C6F8-4E8F-825A-3E764D5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AI0·AI1의 상부/하부 매핑과 물리 단위는 CSV만으로 확정하지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560556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CA7D5-F05E-489D-86CF-B8DBBDA4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짧은 시계열에서 필요한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030B3-4184-4345-B450-8CF1A42B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Data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B3991-A34A-4B85-B6F2-8B7AE118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B210F-DAAD-489B-8839-E9F6D30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2739A-6EBF-447B-8E36-6B87AD4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시간과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E918D-BEE6-463F-B708-C9422ABC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공백을 가로지르는 윈도우를 만들지 않는다.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미래 관측을 입력에 넣지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센서별 크기를 정상 학습 통계로 표준화한다.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Timestamp와 파일 ID는 입력에서 제외한다.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49691-1186-4318-9FC9-CE66FCC5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라벨과 신호 해석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77854-0DC3-4838-A75B-E575D880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행마다 정상 0 / 이상 1 라벨이 있다.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다만 실제 고장 시작 시각은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10Hz 자료로 고주파 고장 특성을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판별했다고 주장하기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D35EE-1ED3-4F3A-BDAE-0A50703D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정상·이상 날짜 차이와 운전 조건 차이가 탐지에 영향을 줄 수 있다. 독립 날짜·고장 검증이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094361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6D326-11F9-485D-8D3F-EFF5DD6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학습과 평가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287F7-5203-4D15-9F11-226AAD9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6DB35-629A-4486-A48F-C620A0D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31B4D-BFC8-49B3-AD0D-354F929E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60C31-9E28-45D2-B043-0878246E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01  데이터 정리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21B74-ACF2-4102-9A94-01ABF643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시간 정렬, 중복 제거, 클립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67BCC-4A01-4DE1-80C1-56AF62F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02  정상 데이터 분할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B6A91-AC2F-47E1-9A3D-1642F9B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 305 / 검증 54 / 보정 120 / 테스트 120클립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4F6C8-2019-4289-99FC-672CED62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03  정상 패턴 학습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F2D2C-5EA9-4055-9F50-480B5A79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 통계로 표준화, GMM 파라미터 추정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D6D96-1281-435B-A3A5-3A390FE4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04  정상 보정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2EF1B-0C21-4BCD-97FA-E10AD6B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보정 점수의 99백분위로 임계값 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B9E42-94BB-405C-AECD-611C1C3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05  시점별 평가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6A1C7-E049-48F9-916F-5834515F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33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테스트 120클립 + 이상 전체 21클립</a:t>
            </a:r>
          </a:p>
        </p:txBody>
      </p:sp>
    </p:spTree>
    <p:extLst>
      <p:ext uri="{BB962C8B-B14F-4D97-AF65-F5344CB8AC3E}">
        <p14:creationId xmlns:p14="http://schemas.microsoft.com/office/powerpoint/2010/main" val="15044833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EDE1C-F4CD-4444-BBDF-508494F6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정상만 학습하는 데이터 분할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B1E0C-8ED5-4365-8694-767A3B51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AFC07-91F3-421F-80FB-38D04294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A9B12-BB44-4425-8451-D7CD3C1B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63B0C-2055-4A09-80EB-61301D00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748BF-A5A7-4A72-B2A9-D1B3554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305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44A8D-8BDD-4595-9135-5155778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2F64D-731D-4DDB-A40D-51D807D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10,298 시점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7AF0B-AD84-4B57-A8F8-39063027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9526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C03AF-493A-44FE-A249-3E267C55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8130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DF6E9-DBAF-49D9-8744-A544CF24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052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0E558-458C-4AB0-9C79-B28A766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005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1,664 시점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65239-9E05-48EA-9E3D-AC86E0FB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82729-BF81-4FE7-9D4F-E44DAB76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A0E4E-9F52-4C17-9BEE-03B3244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052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07536-7F26-4CC4-B19D-18A61F7F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005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3,947 시점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86887-ED4C-48A2-9597-8B30A936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526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F7DC9-FC45-412E-BC48-D790D8FA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3DB11-593C-4A41-9BA4-087F6E96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052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A5BE5-40A9-453B-B6E5-EE66A76F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005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4,090 시점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8CC97-E10C-43C2-90E7-9A7279F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52625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이상 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37DDA-C063-4567-B22D-D2EC291E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962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3DFA9-C497-4C49-ABDC-AFB1A3A9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052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클립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0911A-8D7B-457E-BCC0-50831885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005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600 시점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D0FD3-6518-4F0B-9540-880D897D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정상은 시간순 분할 / 이상은 학습·선택·임계값 보정에 사용하지 않음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23043-D38C-499E-B8EF-4F12FAE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검증은 예측·재구축 등의 설정에 사용한다. GMM의 K는 정상 학습 BIC로 선택한다.</a:t>
            </a:r>
          </a:p>
        </p:txBody>
      </p:sp>
    </p:spTree>
    <p:extLst>
      <p:ext uri="{BB962C8B-B14F-4D97-AF65-F5344CB8AC3E}">
        <p14:creationId xmlns:p14="http://schemas.microsoft.com/office/powerpoint/2010/main" val="9483123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0ED92-D1AD-40D8-AB31-8DD8E74D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진동 비교 모델의 입력: 6차원 관측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561C8-460D-4839-8585-F3387AD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43836-BC4B-4F17-83E5-ABCAF13B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BC5F3-1C33-4582-84F6-7CACAEE7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0E79F-4ACD-480C-9FE1-793791D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zₜ = [vₜ₋₂ᵀ, vₜ₋₁ᵀ, vₜᵀ]ᵀ ∈ R⁶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0C355-95C2-4F3B-B578-56011B7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W=2  /  stride=1  /  3시점 × 진동 2채널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F9172-BB30-4230-8BD3-4C4A8870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시간 순서를 보존한 고정 위치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83FA8-41BE-4C9C-9292-86C5C573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0.0초, 0.1초, 0.2초의 센서값을 시간 순으로 펼친다.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시점 사이 관계는 6차원 공분산으로 학습한다.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F5198-347E-47B3-AB74-9201494A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최초 판단은 0.2초에 가능. 앞 2시점은 무경보로 처리하며 전체 시점 평가에 포함한다.</a:t>
            </a:r>
          </a:p>
        </p:txBody>
      </p:sp>
    </p:spTree>
    <p:extLst>
      <p:ext uri="{BB962C8B-B14F-4D97-AF65-F5344CB8AC3E}">
        <p14:creationId xmlns:p14="http://schemas.microsoft.com/office/powerpoint/2010/main" val="631530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F808C-D503-4F5E-9804-4A61C45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다변량 가우시안의 의미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7405D-0621-44BF-9090-EA9EBAA2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6EC9-4484-42C9-960F-A8EF0821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69520-0344-4783-B396-81E33583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4F9BC-73E0-402B-93A5-4218D912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N(z | μ, Σ) = exp(−½ d²) / √[(2π)ᴰ |Σ|]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21732-99D8-4E74-93B1-B42553E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d² = (z − μ)ᵀ Σ⁻¹ (z − μ)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A764E-56CE-4AA8-AD8B-1629BB7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평균 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ACA7F-CA77-4B67-956E-2A8512F6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관측이 모이는 중심.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 비교 모델에서는 6개 위치의 평균이다.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E0CAE-D13F-4F15-A373-CA0FA282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624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공분산 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FCC09-DB08-4388-8880-8B472434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577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각 위치의 변동 크기와 함께 변하는 관계.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센서 간 관계와 시점 간 관계를 포함한다.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ECD44-0966-47E1-BFB2-6E817AC8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상관관계는 인과관계의 증명이 아니다. full covariance는 성분마다 별도 6×6 공분산을 둔다.</a:t>
            </a:r>
          </a:p>
        </p:txBody>
      </p:sp>
    </p:spTree>
    <p:extLst>
      <p:ext uri="{BB962C8B-B14F-4D97-AF65-F5344CB8AC3E}">
        <p14:creationId xmlns:p14="http://schemas.microsoft.com/office/powerpoint/2010/main" val="8706878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9B11E-455F-4727-A6FF-39211D7B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Gaussian Mixture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11ACB-7728-4DFB-90AA-0C2EFDAF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029D1-E08E-49DC-B51C-0A179E28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A7736-33C4-4196-89EA-B1C5635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198E0-F09B-45F3-B678-005E1D47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p(z) = Σₖ πₖ N(z | μₖ, Σₖ),    Σₖ πₖ = 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14400" y="2686050"/>
          <a:ext xmlns:a="http://schemas.openxmlformats.org/drawingml/2006/main" cx="647700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73310169e344d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2BA0C-A784-4B2A-ADAA-9B88F027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14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여러 정상 패턴의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233AF-4372-4E5D-99A1-9063015F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09925"/>
            <a:ext cx="3429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πₖ: 성분의 비중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μₖ: 성분의 중심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Σₖ: 성분의 변동·관계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성분 = 통계적 패턴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물리 운전 단계는 미확인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2FB10-DFB2-491E-B550-B9509017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그림은 진동 6차원 모델의 한 차원 주변분포. 이상점수는 결합 밀도로 계산한다.</a:t>
            </a:r>
          </a:p>
        </p:txBody>
      </p:sp>
    </p:spTree>
    <p:extLst>
      <p:ext uri="{BB962C8B-B14F-4D97-AF65-F5344CB8AC3E}">
        <p14:creationId xmlns:p14="http://schemas.microsoft.com/office/powerpoint/2010/main" val="11262353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FDE09-DC41-4565-B94A-6C194B8B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EM 학습: 정상 관측의 성분 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94A66-CFCF-41D3-887F-07A4AB47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72189-F184-4ED5-898C-A03C354A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212CF-67D7-48E6-B717-797BB0E4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FE904-6F5C-4D58-9AD1-DB1EDC1E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E-step: 성분별 책임도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C485-0538-433F-B940-2E6B5939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관측 하나를 성분 하나에 고정 배정하지 않는다.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현재 모형에서 각 성분이 그 관측을 설명할 확률을 계산한다.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0ED65-14BA-4FD1-8953-DF5F6E5B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γᵢₖ = πₖ N(zᵢ | μₖ, Σₖ) / Σⱼ πⱼ N(zᵢ | μⱼ, Σⱼ)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51A03-79AF-4857-8A65-7777F4B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각 관측에 대해  γᵢ₁ + ⋯ + γᵢK 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0B7CD-34B4-4E0A-BD88-A72FBC9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책임도는 정상 분포 성분의 소속 확률이다. 이상일 확률이나 고장 종류의 확률을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049284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AA4BA-63CC-4BE9-A79E-DCECB20A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EM 학습: 파라미터 갱신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8400-B9E7-4B42-A5B0-5AFE33EF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CE14D-0AD7-4C3D-A97F-2F95B359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69019-DE97-4015-8B81-AE49D94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27436-AE94-43E5-80A2-2802A99C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M-step: 책임도로 가중한 정상 통계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3EC45-762C-4AD3-B57F-6007D0E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Nₖ = Σᵢ γᵢₖ,     πₖ = Nₖ /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64E96-61A6-42C1-B714-D394403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μₖ = (1/Nₖ) Σᵢ γᵢₖ zᵢ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A044F-C4B2-456D-9AD1-34038248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Σₖ = (1/Nₖ) Σᵢ γᵢₖ (zᵢ − μₖ)(zᵢ − μₖ)ᵀ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015D-8815-4AF1-818A-D5A5D14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정상 윈도우만 사용. 초기값을 바꿔 반복하며 seed 0·1·2로 학습 변동도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5433780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1E74D-C690-4F2E-B031-9CC452B2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우리 데이터에서의 성분 수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A9423-5FBC-410A-BFD9-A03A1A29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EBD04-055F-4177-A313-C4943311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4D0F0-F7E1-4616-BD84-8C21AA7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14400" y="2047875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9f3452da3b434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7437-D787-4B19-882F-BE4BA35A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실제 설정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A8C29-0039-44C5-8C91-C4098422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K 후보: 1, 2, 4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seed=0에서 K=4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full covariance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대각 정규화: 10⁻⁴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초기화 2회 / 최대 200회 반복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251D0-281E-4A48-88CC-44C3F21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W=2 정상 학습 윈도우 9,691개. 테스트 이상 라벨로 K를 고르지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4966148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5D038-489E-43C5-B88A-0FE5506B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이상점수와 경보 임계값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4BBA2-58F2-41B5-AEEA-83CDD601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42A2-3F5D-4CFB-BD42-B1B9EEDC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2F642-E4F2-4109-9F7F-DD48EF6D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B401E-03B8-459B-BA4E-698BB407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sₜ = −log p(zₜ)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C9F44-033C-43D6-9A17-E9670CF4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θ = Q₀.₉₉(정상 보정 점수),     경보ₜ = [sₜ &gt; θ]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986EB-8A1E-4AFC-8C4D-B843E19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보정과 테스트의 분리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A12F8-61E0-4DA2-9AC1-69F6F61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363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보정 120클립에서 임계값을 정한다.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테스트에서는 점수가 임계값을 넘는 시점만 True로 기록한다.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26023-E50C-4D46-B68C-E89CDD5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진동만 W=2 seed=0의 임계값을 적용한다. 99백분위 규칙이 테스트 오탐률 1%를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03775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27F12-655E-4A1D-B2AD-9F129535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진동 비교 모델의 시점별 경보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42C2D-24D3-4661-AA12-353D4EC1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55B0C-E48B-405C-B0E4-6C4C7F3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E6AAB-ADCE-40EA-90AC-03BDC87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14400" y="2047875"/>
          <a:ext xmlns:a="http://schemas.openxmlformats.org/drawingml/2006/main" cx="666750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20274afeed4f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0FE10-8803-4B64-BA5E-BC836111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현재 관측으로 재판단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50A1F-F304-48A3-A698-DF8FE29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33337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0.0·0.1초: 준비 구간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0.2초부터 점수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임계값 초과 시 True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다시 낮아지면 False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첫 경보 이후에도 재판단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A2909-66DA-4F60-A58F-331D5A23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실제 고장 onset은 미확인. 파형은 클립의 첫 관측부터 기록되며 최초 판단 대기도 포함한다.</a:t>
            </a:r>
          </a:p>
        </p:txBody>
      </p:sp>
    </p:spTree>
    <p:extLst>
      <p:ext uri="{BB962C8B-B14F-4D97-AF65-F5344CB8AC3E}">
        <p14:creationId xmlns:p14="http://schemas.microsoft.com/office/powerpoint/2010/main" val="303187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9D86A-A470-47A6-B937-82232B4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시점별 평가와 조기경보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3DEE8-D2AE-4193-A03E-BF3D83E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9E2CE-C019-4E20-B259-0719C0F6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E934-7424-4C03-8029-87973DC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A5178-1B3C-4B44-8F2C-C2FB8E08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모든 테스트 시점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20A69-B2ED-4DF2-8EDB-30ABF3C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F1 = 2TP / (2TP + FP + FN)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False alarm = FP / (FP + TN)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Miss = FN / (TP + FN)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55CF6-957E-457E-A58B-4D7080EB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이상 클립의 첫 경보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D9EA6-3FB9-46E6-9DE1-4C90169A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0.2·0.5·1·2초 이내 경보율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= 시간 내 경보한 클립 / 전체 21클립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지연 중앙값·P90 + 끝까지 미탐 수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클립 경보율: 경보 클립 / 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61224-064E-41F9-903D-68C5DFA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시점별 True/False를 유지한다. 첫 경보 이후 전부 True로 채우는 point adjustment를 사용하지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546945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B6264-86AA-4D5A-82CA-1A77C7CB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베이스라인과 공통 평가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E9BDB-A498-47F3-A0B0-2005AF3A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3FEB2-FCF5-4452-8875-33CADB4C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E8BD-4AA1-46A6-A8EB-1596B8A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5F4EC-B7A1-4B23-B741-85675EE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예측·재구축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E67A3-69DE-4B9B-A34B-EDEBE471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Persistence, AR, VAR_Ridge, AR_Relation, MLP32, LSTM32, GRU32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PCA_Recon, AE_Recon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87417-7079-43A3-8E6B-EA9443F6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거리·밀도·경계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E4B42-B257-4718-ACB2-F1426076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Mahalanobis, kNN20, GMM, KDE, LOF20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IsolationForest, OCSVM, RobustMAD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21B63-AC1E-479B-B926-03A5D67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1036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같은 분할 / stride=1 / 정상 보정 99백분위 / 준비 구간 무경보</a:t>
            </a:r>
          </a:p>
        </p:txBody>
      </p:sp>
    </p:spTree>
    <p:extLst>
      <p:ext uri="{BB962C8B-B14F-4D97-AF65-F5344CB8AC3E}">
        <p14:creationId xmlns:p14="http://schemas.microsoft.com/office/powerpoint/2010/main" val="17065592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A2F4F-E317-417C-9CE6-8BC93C7D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반복 실험과 윈도우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D675A-1739-47D3-A650-18AD85C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EFCB7-4495-4CA1-8ED7-AF7EEE9A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AA499-C0D4-4674-B3CD-3AC6B882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62E46-1B48-421F-9956-889B9929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1036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522개 실행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B1A07-B091-4422-B0D0-11C1CCB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 변동의 반복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DDC52-EF48-4B33-8294-230CB481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MLP, LSTM, GRU, AE, GMM, IsolationForest: seed 0·1·2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나머지 결정론적 방법은 1회. 반복 결과는 평균 ± 표본 SD로 보고한다.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DEE65-297A-413D-A2C6-A069AE7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윈도우 탐색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027B0-6F40-462F-A831-E003A85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W ∈ {1, 2, 3, 5, 8, 10, 15, 20, 30}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자연 운용과 학습·평가 시점 통제 조건을 함께 비교한다.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A0DDB-5E71-4EFA-8D6D-6EF2838A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SD는 초기화·표본 추출에 따른 변동이다. 독립 고장에 대한 일반화 신뢰구간은 아니다.</a:t>
            </a:r>
          </a:p>
        </p:txBody>
      </p:sp>
    </p:spTree>
    <p:extLst>
      <p:ext uri="{BB962C8B-B14F-4D97-AF65-F5344CB8AC3E}">
        <p14:creationId xmlns:p14="http://schemas.microsoft.com/office/powerpoint/2010/main" val="19170180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5F74F-7C3C-44F3-8746-B01796B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센서 제거 실험: W=2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4FD82-DB4C-4EFC-A12D-30C70560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EB02E-A399-42FF-B73A-662B662E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5875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rPr>
              <a:t>전체 4,690시점 / seed 0·1·2 평균±표본 SD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96483-E778-4BA5-98D6-FAFD5D08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888DD-587A-4711-93C6-DD960EE7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914400" y="2190750"/>
          <a:ext xmlns:a="http://schemas.openxmlformats.org/drawingml/2006/main" cx="10363200" cy="22479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2857500"/>
                <a:gridCol w="2647950"/>
                <a:gridCol w="276225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90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990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F1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990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오탐 (%)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99003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0.5초 경보 (%)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3센서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0.9172 ± 0.0003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0.24 ± 0.04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100.00 ± 0.00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전류만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0.8986 ± 0.0004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0.11 ± 0.03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95.24 ± 0.00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진동만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0.7377 ± 0.0060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0.29 ± 0.00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>
                          <a:solidFill>
                            <a:srgbClr val="20242A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76.19 ± 0.00</a:t>
                      </a:r>
                    </a:p>
                  </a:txBody>
                  <a:tcPr marL="114300" marR="114300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F371B-BF25-4A10-BD45-C596B43F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036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전류 단독으로도 높은 성능: 고장 신호와 수집 조건을 분리해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6A404-0C51-45D1-BF65-97355D4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진동만 결과는 전류 기록 차이의 영향을 줄인 비교 기준이다. 실제 고장 탐지 성능의 보증은 아니다.</a:t>
            </a:r>
          </a:p>
        </p:txBody>
      </p:sp>
    </p:spTree>
    <p:extLst>
      <p:ext uri="{BB962C8B-B14F-4D97-AF65-F5344CB8AC3E}">
        <p14:creationId xmlns:p14="http://schemas.microsoft.com/office/powerpoint/2010/main" val="9912863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85914-D8F9-47E8-9603-8DCE7A4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전류 기록 형식의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11874-C42B-49C8-BAAD-D8096C4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6292-B855-4B24-8596-CB830080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70223-DFEB-4110-8554-5B430DE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51053-7B66-47E7-B2B9-5F32E5C0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파일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F02DD-987B-4356-A62D-6C781B6C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 고유값 19,934개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1.1920929 배수 비율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약 1.90%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EB19C-F864-4E1D-931E-19AA3AC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이상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4130F-5AEF-45AE-9FB3-D5631579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 고유값 340개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1.1920929 배수 비율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100.00%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2D3CA-57BC-4E87-8AB9-04DEA47A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측정·변환·저장 조건이 라벨과 함께 달라졌을 가능성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53B3A-6A58-48BE-958B-F85B9B2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배수 판정: |c/1.1920929 − round(c/1.1920929)| &lt; 0.01. 정확한 저장 방식과 원인은 미확인.</a:t>
            </a:r>
          </a:p>
        </p:txBody>
      </p:sp>
    </p:spTree>
    <p:extLst>
      <p:ext uri="{BB962C8B-B14F-4D97-AF65-F5344CB8AC3E}">
        <p14:creationId xmlns:p14="http://schemas.microsoft.com/office/powerpoint/2010/main" val="7827747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99D26-960D-4FAF-8857-2D8FFD7C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높은 점수의 해석과 검증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51F77-E9AD-4F5F-A0F4-2CB7B80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7ACD2-56DD-4EED-9D61-4F1C29B9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EBD2C-A3CF-47A2-81BB-D3FB271B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55661-CFEF-4669-A846-74C582C8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확인한 현상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D78E5-64F3-4C6F-9319-8257B04C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전류만 모델이 3센서 성능에 근접한다.</a:t>
            </a:r>
          </a:p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진동이 작은 이상 관측에서도 3센서 모델의 경보가 높다.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E7197-28F7-4798-8BC3-023C6CD9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아직 확정할 수 없는 원인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F87BC-9F2C-418F-8A28-63102E54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036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전류의 고장 관련 변화와 기록 조건 차이를 현재 자료만으로 분리하기 어렵다.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진동이 조용하다는 사실만으로 고장 부재를 판단할 수도 없다.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45780-D358-47BE-9F7C-3804DE20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036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정상·이상 날짜가 다른 한 기록: 독립 수집 조건 검증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40C17-143E-41E0-9C8E-2E24E1AF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10Hz CSV 기록 간격은 확인. 전류의 원래 취득 주파수·필터·변환 과정이 없어 alias 원인은 미확정.</a:t>
            </a:r>
          </a:p>
        </p:txBody>
      </p:sp>
    </p:spTree>
    <p:extLst>
      <p:ext uri="{BB962C8B-B14F-4D97-AF65-F5344CB8AC3E}">
        <p14:creationId xmlns:p14="http://schemas.microsoft.com/office/powerpoint/2010/main" val="57473444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37651-6029-483C-A33D-CEBEC9F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센서별 조기탐지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EEE4F-45BF-49D4-870B-F8F5A452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FE294-9451-4BFF-96D3-4041270E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5875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rPr>
              <a:t>W=2 누적 첫 경보율 / seed 평균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CDB95-622F-4302-A51F-F13C9BA7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DD9BB-342A-4C60-88C4-E8AA9E40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14400" y="1714500"/>
          <a:ext xmlns:a="http://schemas.openxmlformats.org/drawingml/2006/main" cx="103632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d3ffbaf4214dc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ED198-5C1F-4125-98E6-37D0FEF5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진동만: 0.5초 76.19±0.00%. 전류 포함 경보율은 고장 관련 기여와 기록 조건 기여가 분리되지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8942575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07166-E141-40F9-9EC9-4A7C0475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진동만 모델의 최초 경보와 미탐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179C2-0F28-4BFA-8AF3-F116D2E6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00999-60BD-4188-AD84-C595527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3B5BD-7492-4B1B-86BA-199C9A0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17F7B-31E5-40E2-BA85-9CD7404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0.20초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17FED-FF0D-4290-B491-2B09003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지연 중앙값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FBF88-F2C7-44B8-BC24-CA5CD82B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812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0.46초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17E11-D6CF-4B05-A218-D6F6A02C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909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지연 P90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0486C-1B29-471B-AC77-1BD15F6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3 / 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E5D8D-E3C5-443F-85EA-AE80E6C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끝까지 미탐 클립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66E32-EDF1-4565-879F-3710590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036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평균 지연  0.3426 ± 0.0032초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514AC-401D-46E9-BA3A-16C22E01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seed 평균. 지연은 경보한 클립만 계산하므로 끝까지 미탐을 병기한다. 진동만 무경보를 실제 정상으로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1202206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3E38B-D262-4698-9808-9F7BCC9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기존 3센서 탐색: 윈도우와 판단 대기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5E1B-58DF-4209-9944-04DE799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F2439-2288-4A8B-9811-A2031D1A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85875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670"/>
                </a:solidFill>
                <a:latin typeface="Apple SD Gothic Neo"/>
                <a:ea typeface="Apple SD Gothic Neo"/>
                <a:cs typeface="Apple SD Gothic Neo"/>
              </a:rPr>
              <a:t>기존 3센서 결과 / 기록 조건 혼입 가능성을 포함한 탐색 수치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1F8EB-EE96-4495-A81C-8DD4EA7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D0C13-B199-42F4-AF99-88771F4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14400" y="1714500"/>
          <a:ext xmlns:a="http://schemas.openxmlformats.org/drawingml/2006/main" cx="103632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908443d2e6406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BD3F5-4DE5-4DD0-8766-FF875BA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긴 이력의 효과와 대기 비용이 동시에 작용한다. GMM 최고 평균 F1은 W=3, LSTM·GRU는 W=8.</a:t>
            </a:r>
          </a:p>
        </p:txBody>
      </p:sp>
    </p:spTree>
    <p:extLst>
      <p:ext uri="{BB962C8B-B14F-4D97-AF65-F5344CB8AC3E}">
        <p14:creationId xmlns:p14="http://schemas.microsoft.com/office/powerpoint/2010/main" val="10494450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81FE0-954D-4158-A8BC-E0CBB64F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윈도우의 공정한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7D200-7B31-4648-A77D-F56DA925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F6CDD-1E60-40AA-81FE-EDA955E3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6EDAF-F0EF-48A1-B0A3-B27411FD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8480A-0B38-456E-BC20-CA2A737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A. 자연 운용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E3C53-157A-4654-B2AA-6C9EC02A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각 W에서 가능한 전체 윈도우로 학습. 전체 4,690시점을 평가한다.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초기 관측 대기와 짧은 클립의 미탐을 포함한 실제 운용 비교다.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5061E-0CAC-4EC4-9D71-D073DE8F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B. 평가 시점 통일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4C6FB-FFE2-4A5F-B446-E1EF5FAA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036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A의 학습 모델로 클립 index ≥ 30인 동일 후반 시점만 평가한다.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B35F9-2D68-4759-B494-9BE9171E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C. 학습부터 통제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10F5D-6882-4EDB-ABA7-C624126F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14925"/>
            <a:ext cx="10363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학습·검증·보정·테스트 모두 index ≥ 30으로 통일한다.</a:t>
            </a:r>
          </a:p>
          <a:p xmlns:a="http://schemas.openxmlformats.org/drawingml/2006/main">
            <a:pPr>
              <a:def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학습 윈도우 2,914개, 공통 테스트 1,281시점으로 비교한다.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E853F-D1B1-467B-84CB-BB5F0741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B/C는 짧은 이상 11클립을 제외한다. 후반 분리 성능을 실제 조기경보 성능으로 해석하면 안 된다.</a:t>
            </a:r>
          </a:p>
        </p:txBody>
      </p:sp>
    </p:spTree>
    <p:extLst>
      <p:ext uri="{BB962C8B-B14F-4D97-AF65-F5344CB8AC3E}">
        <p14:creationId xmlns:p14="http://schemas.microsoft.com/office/powerpoint/2010/main" val="16741945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C57B5-60F8-479B-9094-39725CE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3센서 오경보 사례: 큰 정상 신호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A00C0-5C9E-40FD-BEF1-3D0A3731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E436D-C190-42B7-BCD9-A9468CA3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B306F-B237-4DC0-A4F1-33F87A03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914400" y="1952625"/>
          <a:ext xmlns:a="http://schemas.openxmlformats.org/drawingml/2006/main" cx="65246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d6c88ae5bc40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2AC5E-8363-4AFA-B0A0-4A5CCCB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경보의 조건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BC6AA-45C1-4078-AAB7-4CD4D1D2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3333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오경보 12시점은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2클립에 집중한다.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평균 |전류|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오경보: 159.96</a:t>
            </a:r>
          </a:p>
          <a:p xmlns:a="http://schemas.openxmlformats.org/drawingml/2006/main">
            <a:pPr>
              <a:def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정상 무경보: 86.98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B7924-6873-4E98-9FFE-CBC2FD00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운전 부하·공정 단계 정보가 없어 원인은 미확정. 부하별 정상 보정이 향후 검증 후보다.</a:t>
            </a:r>
          </a:p>
        </p:txBody>
      </p:sp>
    </p:spTree>
    <p:extLst>
      <p:ext uri="{BB962C8B-B14F-4D97-AF65-F5344CB8AC3E}">
        <p14:creationId xmlns:p14="http://schemas.microsoft.com/office/powerpoint/2010/main" val="4534764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26C3A-9112-4A71-A59E-09484064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3센서 사례: 첫 경보 성공과 시점 미탐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5A5A6-577B-45C4-AD8D-CE1EF251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D422-FFE5-46E4-81A4-8EE375D6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D61A5-6CD6-45A5-8526-B0D2E88A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D4F4A-7E80-4FF4-A750-60E8B86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82개 미탐 시점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998F5-56C3-4FB7-B234-98A863BC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D43A3-D9A1-44C3-BCA0-419CFFC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초기 W=2 준비 구간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2DB40-F98D-420C-94E8-E126051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432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BE791-CF74-48C8-A535-5BDA1F54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5767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점수 계산 후 첫 경보 이전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96612-52E6-4340-B492-E28C530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942DF-42A8-4DAA-A2B4-6812B1F1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5767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첫 경보 이후 무경보 시점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C84BD-6D8C-4D9D-8815-7221A9E1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0363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21/21클립에 빠르게 경보해도, 모든 이상 시점에 경보하는 것은 아니다.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B8DF6-0660-4E8E-B3CA-DD011E57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GMM W=2 seed=0: TP 518, FP 12, TN 4,078, FN 82. 첫 경보 이후에도 시점별 판단을 유지했다.</a:t>
            </a:r>
          </a:p>
        </p:txBody>
      </p:sp>
    </p:spTree>
    <p:extLst>
      <p:ext uri="{BB962C8B-B14F-4D97-AF65-F5344CB8AC3E}">
        <p14:creationId xmlns:p14="http://schemas.microsoft.com/office/powerpoint/2010/main" val="8661221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60454-D160-4CD1-B3BE-775261E2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현장 적용: 경보와 점검 판단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C843B-2088-433A-A245-7D39DC73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538C6-0852-4DB5-8BD8-17F0862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5974F-8C88-4227-B2E3-E4CF45B0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9F2F-A363-46D7-86A7-EFABA56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0.1초 단위 온라인 판단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2CD4F-2E4D-4D10-A869-67A90CEA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센서별 수집·변환 조건을 먼저 확인하고 최근 이력의 GMM 점수를 계산한다.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경보 발생 시 파형·점수·운전 조건을 함께 저장한다.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405B7-8344-4F28-8D2A-F2007E89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점검 의사결정에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5FC3F-685D-4838-9D06-59E2D546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43375"/>
            <a:ext cx="1036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작업자는 부하·운전 단계와 신호를 확인해 점검 또는 정지를 판단한다.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자동 정지 연계는 인터록과 전체 지연 검증이 필요한 후속 단계다.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BDB59-7D98-4760-86C6-7625CBD7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현장 적용안이며 미실행 제안이다. 모델 추론·통신·제어 지연과 품질·비가동 감소 효과는 측정하지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2920318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7DFD2-3309-4FFF-AF13-3F0E626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향후 확장과 현장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3DD1F-D567-408C-830B-99646DDF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42987-95D3-486E-A3C8-147A816B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63A20-4F4A-49FF-9824-8A0F3132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FDD2D-FBC1-4529-9147-806B4D83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오경보 조건의 구체화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0A5A4-65EE-4176-B357-DF09ED14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부하·공정 단계별 정상 분포와 임계값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전류만 / 진동만 / 3센서 제거 실험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동일 수집 조건의 정상·이상 기록에서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전류의 진단 기여를 다시 평가한다.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FFD09-A808-4907-9540-002E159A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05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독립 고장과 실제 조치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273E8-444D-44F8-82CA-56FDE5F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03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다른 날짜·부하·독립 고장 기록 확보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실제 onset과 점검·수리 이력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관측·통신·추론·조치 시간을 합쳐</a:t>
            </a:r>
          </a:p>
          <a:p xmlns:a="http://schemas.openxmlformats.org/drawingml/2006/main">
            <a:pPr>
              <a:def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현장에서 쓸 수 있는 선행시간을 확인한다.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4788F-B097-48C0-BFE1-85533113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현재 이상은 한 기록에서 나온 21클립이다. 날짜·운전 조건의 혼입 가능성 검증이 우선 과제다.</a:t>
            </a:r>
          </a:p>
        </p:txBody>
      </p:sp>
    </p:spTree>
    <p:extLst>
      <p:ext uri="{BB962C8B-B14F-4D97-AF65-F5344CB8AC3E}">
        <p14:creationId xmlns:p14="http://schemas.microsoft.com/office/powerpoint/2010/main" val="187280015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9BA41-FF31-4E29-8109-03E2DC0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D8EB1-606C-4712-97B1-A241308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44D63-A100-48B6-90BF-7279ECDE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A036E-0987-4882-A359-018070E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7D697-AC62-4BA9-8F98-B31F1024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GMM의 센서 기여를 분리해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B7D5D-7EE3-4563-8B1B-8C91D152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0">
                <a:solidFill>
                  <a:srgbClr val="1F4E79"/>
                </a:solidFill>
                <a:latin typeface="Apple SD Gothic Neo"/>
                <a:ea typeface="Apple SD Gothic Neo"/>
                <a:cs typeface="Apple SD Gothic Neo"/>
              </a:rPr>
              <a:t>진동만 F1  0.7377 ± 0.0060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E157B-355A-4F42-ABF9-9833B8F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전류만 F1  0.8986 ± 0.0004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53FA0-0C3C-4FFC-B3CC-60C0B626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0363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높은 전류 기여와 기록 조건 차이의 혼입 가능성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B5410-D900-4D22-B635-DEABB6E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56565"/>
                </a:solidFill>
                <a:latin typeface="Apple SD Gothic Neo"/>
                <a:ea typeface="Apple SD Gothic Neo"/>
                <a:cs typeface="Apple SD Gothic Neo"/>
              </a:rPr>
              <a:t>3센서 F1 0.9172는 현장 성능으로 확정하지 않는다. 동일 수집 조건의 독립 고장에서 전류 활용을 재검증한다.</a:t>
            </a:r>
          </a:p>
        </p:txBody>
      </p:sp>
    </p:spTree>
    <p:extLst>
      <p:ext uri="{BB962C8B-B14F-4D97-AF65-F5344CB8AC3E}">
        <p14:creationId xmlns:p14="http://schemas.microsoft.com/office/powerpoint/2010/main" val="17078536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0260C-7398-4D8C-B180-0271ECDF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참고문헌: 이상탐지와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333D4-92F2-4197-A8F7-1441E208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C4D8A-7FCE-4151-B511-552DE60B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1DDD8-972B-4BCA-9E9C-ADA421FF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03059-BDD8-4483-B63E-29B8C420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57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Pang et al. (2021)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F80B2-5192-4786-914C-2DEA2487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Deep Learning for Anomaly Detection: A Review</a:t>
            </a:r>
          </a:p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ACM Computing Surveys, DOI 10.1145/3439950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D0272-4D0E-4AA8-9293-CA10BC63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57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Hundman et al. (2018)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5E220-5304-4920-B2F2-0D0BBF44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5267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Detecting Spacecraft Anomalies Using LSTMs and</a:t>
            </a:r>
          </a:p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Nonparametric Dynamic Thresholding, KDD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ADBEC-3B44-4FA0-B38B-9BD66368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Malhotra et al. (2016)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78D91-95BF-44B7-9D29-DED6665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LSTM-based Encoder-Decoder for Multi-sensor</a:t>
            </a:r>
          </a:p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Anomaly Detection, ICML workshop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413D9-BB69-4891-BEC4-FD69E9B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957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Kim et al. (2022)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E359A-7F74-483C-A29E-0FF74A3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910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Towards a Rigorous Evaluation of Time-series</a:t>
            </a:r>
          </a:p>
          <a:p xmlns:a="http://schemas.openxmlformats.org/drawingml/2006/main">
            <a:pPr>
              <a:def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Anomaly Detection, AAAI</a:t>
            </a:r>
          </a:p>
        </p:txBody>
      </p:sp>
    </p:spTree>
    <p:extLst>
      <p:ext uri="{BB962C8B-B14F-4D97-AF65-F5344CB8AC3E}">
        <p14:creationId xmlns:p14="http://schemas.microsoft.com/office/powerpoint/2010/main" val="16867092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27549-39A5-404F-A1EC-6C4768A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990033"/>
                </a:solidFill>
                <a:latin typeface="Apple SD Gothic Neo"/>
                <a:ea typeface="Apple SD Gothic Neo"/>
                <a:cs typeface="Apple SD Gothic Neo"/>
              </a:rPr>
              <a:t>참고자료: GMM 이론과 산업 배경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C7C3C-DF12-4269-9835-F91B375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F7F7F"/>
                </a:solidFill>
                <a:latin typeface="Apple SD Gothic Neo"/>
                <a:ea typeface="Apple SD Gothic Neo"/>
                <a:cs typeface="Apple SD Gothic Neo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0C75C-F66E-4880-BCBF-9477B852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99999"/>
                </a:solidFill>
                <a:latin typeface="Apple SD Gothic Neo"/>
                <a:ea typeface="Apple SD Gothic Neo"/>
                <a:cs typeface="Apple SD Gothic Neo"/>
              </a:rPr>
              <a:t>KAMP  |  Hydraulic pump anomaly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CE100-56E9-45F5-93FC-BF7AC98D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37A80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3D645-3B04-40A2-8BFB-122651C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Stanford CS229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F033E-52BA-4CFD-B22D-1657CEA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36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Mixtures of Gaussians and EM</a:t>
            </a:r>
          </a:p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https://cs229.stanford.edu/summer2022/cs229-notes7b.pdf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2C07E-313F-41CA-A432-1CE5F26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scikit-learn 공식 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BDF4D-0024-48D7-90E2-F9B3B87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Gaussian mixture models: EM, covariance, BIC</a:t>
            </a:r>
          </a:p>
          <a:p xmlns:a="http://schemas.openxmlformats.org/drawingml/2006/main">
            <a:pPr>
              <a:def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https://scikit-learn.org/stable/modules/mixture.html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E44E9-3B7B-40E5-8A57-17CADF8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036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Feintool 공식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F97A9-E810-4DFC-8CA4-18B79516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Successful Fineblanking: 공정의 세 힘과 센서 기반 설비 모니터링</a:t>
            </a:r>
          </a:p>
          <a:p xmlns:a="http://schemas.openxmlformats.org/drawingml/2006/main">
            <a:pPr>
              <a:defRPr sz="16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242A"/>
                </a:solidFill>
                <a:latin typeface="Apple SD Gothic Neo"/>
                <a:ea typeface="Apple SD Gothic Neo"/>
                <a:cs typeface="Apple SD Gothic Neo"/>
              </a:rPr>
              <a:t>www.feintool.com/wp-content/uploads/2023/06/Erfolgreich_Feinschneiden_EN.pdf</a:t>
            </a:r>
          </a:p>
        </p:txBody>
      </p:sp>
    </p:spTree>
    <p:extLst>
      <p:ext uri="{BB962C8B-B14F-4D97-AF65-F5344CB8AC3E}">
        <p14:creationId xmlns:p14="http://schemas.microsoft.com/office/powerpoint/2010/main" val="431865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2026-10-07T05:07:49.0480000Z</dcterms:created>
  <dcterms:modified xsi:type="dcterms:W3CDTF">2026-10-07T05:07:49.0480000Z</dcterms:modified>
</coreProperties>
</file>